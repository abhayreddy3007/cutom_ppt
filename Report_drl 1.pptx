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5.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heme/theme6.xml" ContentType="application/vnd.openxmlformats-officedocument.theme+xml"/>
  <Override PartName="/ppt/tags/tag20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 id="2147483678" r:id="rId3"/>
    <p:sldMasterId id="2147483695" r:id="rId4"/>
    <p:sldMasterId id="2147483714" r:id="rId5"/>
    <p:sldMasterId id="2147483771" r:id="rId6"/>
  </p:sldMasterIdLst>
  <p:notesMasterIdLst>
    <p:notesMasterId r:id="rId16"/>
  </p:notesMasterIdLst>
  <p:sldIdLst>
    <p:sldId id="271" r:id="rId7"/>
    <p:sldId id="279" r:id="rId8"/>
    <p:sldId id="278" r:id="rId9"/>
    <p:sldId id="280" r:id="rId10"/>
    <p:sldId id="274" r:id="rId11"/>
    <p:sldId id="281" r:id="rId12"/>
    <p:sldId id="275" r:id="rId13"/>
    <p:sldId id="276" r:id="rId14"/>
    <p:sldId id="2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AED"/>
    <a:srgbClr val="A9A8B2"/>
    <a:srgbClr val="5F4B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D30451-D11C-5DAA-2B0F-6A662B821FF7}" v="10" dt="2025-10-07T11:12:57.5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64" d="100"/>
          <a:sy n="64" d="100"/>
        </p:scale>
        <p:origin x="88"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Master" Target="slideMasters/slideMaster2.xml"/><Relationship Id="rId21"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5.xml"/><Relationship Id="rId5" Type="http://schemas.openxmlformats.org/officeDocument/2006/relationships/slideMaster" Target="slideMasters/slideMaster4.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3.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y ReddySamanthu" userId="S::abhayreddysamanthu@drreddys.com::938169ee-5bcd-409f-a7a4-6025e4cac56e" providerId="AD" clId="Web-{F5D30451-D11C-5DAA-2B0F-6A662B821FF7}"/>
    <pc:docChg chg="addSld delSld">
      <pc:chgData name="Abhay ReddySamanthu" userId="S::abhayreddysamanthu@drreddys.com::938169ee-5bcd-409f-a7a4-6025e4cac56e" providerId="AD" clId="Web-{F5D30451-D11C-5DAA-2B0F-6A662B821FF7}" dt="2025-10-07T11:12:57.548" v="9"/>
      <pc:docMkLst>
        <pc:docMk/>
      </pc:docMkLst>
      <pc:sldChg chg="new del">
        <pc:chgData name="Abhay ReddySamanthu" userId="S::abhayreddysamanthu@drreddys.com::938169ee-5bcd-409f-a7a4-6025e4cac56e" providerId="AD" clId="Web-{F5D30451-D11C-5DAA-2B0F-6A662B821FF7}" dt="2025-10-07T11:12:36.094" v="7"/>
        <pc:sldMkLst>
          <pc:docMk/>
          <pc:sldMk cId="274463378" sldId="283"/>
        </pc:sldMkLst>
      </pc:sldChg>
      <pc:sldChg chg="new del">
        <pc:chgData name="Abhay ReddySamanthu" userId="S::abhayreddysamanthu@drreddys.com::938169ee-5bcd-409f-a7a4-6025e4cac56e" providerId="AD" clId="Web-{F5D30451-D11C-5DAA-2B0F-6A662B821FF7}" dt="2025-10-07T11:11:57.906" v="5"/>
        <pc:sldMkLst>
          <pc:docMk/>
          <pc:sldMk cId="630644970" sldId="283"/>
        </pc:sldMkLst>
      </pc:sldChg>
      <pc:sldChg chg="new del">
        <pc:chgData name="Abhay ReddySamanthu" userId="S::abhayreddysamanthu@drreddys.com::938169ee-5bcd-409f-a7a4-6025e4cac56e" providerId="AD" clId="Web-{F5D30451-D11C-5DAA-2B0F-6A662B821FF7}" dt="2025-10-07T11:12:57.548" v="9"/>
        <pc:sldMkLst>
          <pc:docMk/>
          <pc:sldMk cId="882626937" sldId="283"/>
        </pc:sldMkLst>
      </pc:sldChg>
      <pc:sldChg chg="new del">
        <pc:chgData name="Abhay ReddySamanthu" userId="S::abhayreddysamanthu@drreddys.com::938169ee-5bcd-409f-a7a4-6025e4cac56e" providerId="AD" clId="Web-{F5D30451-D11C-5DAA-2B0F-6A662B821FF7}" dt="2025-10-07T11:10:52.874" v="1"/>
        <pc:sldMkLst>
          <pc:docMk/>
          <pc:sldMk cId="1769063115" sldId="283"/>
        </pc:sldMkLst>
      </pc:sldChg>
      <pc:sldChg chg="new del">
        <pc:chgData name="Abhay ReddySamanthu" userId="S::abhayreddysamanthu@drreddys.com::938169ee-5bcd-409f-a7a4-6025e4cac56e" providerId="AD" clId="Web-{F5D30451-D11C-5DAA-2B0F-6A662B821FF7}" dt="2025-10-07T11:11:55.906" v="4"/>
        <pc:sldMkLst>
          <pc:docMk/>
          <pc:sldMk cId="356335754" sldId="284"/>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41607-A001-40F4-B543-957BCB5444C2}" type="datetimeFigureOut">
              <a:rPr lang="en-IN" smtClean="0"/>
              <a:t>08-10-2025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8BED9-9503-436D-9153-AD2EF857F051}" type="slidenum">
              <a:rPr lang="en-IN" smtClean="0"/>
              <a:t>‹#›</a:t>
            </a:fld>
            <a:endParaRPr lang="en-IN"/>
          </a:p>
        </p:txBody>
      </p:sp>
    </p:spTree>
    <p:extLst>
      <p:ext uri="{BB962C8B-B14F-4D97-AF65-F5344CB8AC3E}">
        <p14:creationId xmlns:p14="http://schemas.microsoft.com/office/powerpoint/2010/main" val="1931116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bwMode="gray"/>
        <p:txBody>
          <a:bodyPr/>
          <a:lstStyle/>
          <a:p>
            <a:fld id="{64A5B9E1-42EE-49FD-ADD3-FE91A906062D}" type="slidenum">
              <a:rPr lang="en-US" smtClean="0"/>
              <a:pPr/>
              <a:t>1</a:t>
            </a:fld>
            <a:endParaRPr lang="en-US"/>
          </a:p>
        </p:txBody>
      </p:sp>
      <p:sp>
        <p:nvSpPr>
          <p:cNvPr id="9" name="Slide Image Placeholder 8"/>
          <p:cNvSpPr>
            <a:spLocks noGrp="1" noRot="1" noChangeAspect="1"/>
          </p:cNvSpPr>
          <p:nvPr>
            <p:ph type="sldImg"/>
          </p:nvPr>
        </p:nvSpPr>
        <p:spPr bwMode="gray">
          <a:xfrm>
            <a:off x="868363" y="914400"/>
            <a:ext cx="5508625" cy="3098800"/>
          </a:xfrm>
        </p:spPr>
      </p:sp>
      <p:sp>
        <p:nvSpPr>
          <p:cNvPr id="10" name="Notes Placeholder 9"/>
          <p:cNvSpPr>
            <a:spLocks noGrp="1"/>
          </p:cNvSpPr>
          <p:nvPr>
            <p:ph type="body" idx="1"/>
          </p:nvPr>
        </p:nvSpPr>
        <p:spPr bwMode="gray"/>
        <p:txBody>
          <a:bodyPr/>
          <a:lstStyle/>
          <a:p>
            <a:endParaRPr lang="en-US"/>
          </a:p>
        </p:txBody>
      </p:sp>
    </p:spTree>
    <p:extLst>
      <p:ext uri="{BB962C8B-B14F-4D97-AF65-F5344CB8AC3E}">
        <p14:creationId xmlns:p14="http://schemas.microsoft.com/office/powerpoint/2010/main" val="13557516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hyperlink" Target="http://www.drreddys.com/" TargetMode="Externa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17.xml"/><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hyperlink" Target="http://www.drreddys.com/" TargetMode="Externa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34.xml"/><Relationship Id="rId4" Type="http://schemas.microsoft.com/office/2007/relationships/hdphoto" Target="../media/hdphoto1.wdp"/></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5.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3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1.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2.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3.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4.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46.xml"/><Relationship Id="rId4" Type="http://schemas.openxmlformats.org/officeDocument/2006/relationships/hyperlink" Target="http://www.drreddys.com/" TargetMode="Externa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47.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49.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0.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5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4.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6.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7.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8.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9.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0.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61.xml"/><Relationship Id="rId4" Type="http://schemas.openxmlformats.org/officeDocument/2006/relationships/hyperlink" Target="http://www.drreddys.com/" TargetMode="Externa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4.xml"/><Relationship Id="rId1" Type="http://schemas.openxmlformats.org/officeDocument/2006/relationships/tags" Target="../tags/tag6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87.xml"/><Relationship Id="rId7" Type="http://schemas.openxmlformats.org/officeDocument/2006/relationships/slideMaster" Target="../slideMasters/slideMaster5.xml"/><Relationship Id="rId2" Type="http://schemas.openxmlformats.org/officeDocument/2006/relationships/tags" Target="../tags/tag86.xml"/><Relationship Id="rId1" Type="http://schemas.openxmlformats.org/officeDocument/2006/relationships/vmlDrawing" Target="../drawings/vmlDrawing2.v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vmlDrawing" Target="../drawings/vmlDrawing3.vml"/><Relationship Id="rId6" Type="http://schemas.openxmlformats.org/officeDocument/2006/relationships/tags" Target="../tags/tag95.xml"/><Relationship Id="rId11" Type="http://schemas.openxmlformats.org/officeDocument/2006/relationships/image" Target="../media/image5.emf"/><Relationship Id="rId5" Type="http://schemas.openxmlformats.org/officeDocument/2006/relationships/tags" Target="../tags/tag94.xml"/><Relationship Id="rId10" Type="http://schemas.openxmlformats.org/officeDocument/2006/relationships/oleObject" Target="../embeddings/oleObject3.bin"/><Relationship Id="rId4" Type="http://schemas.openxmlformats.org/officeDocument/2006/relationships/tags" Target="../tags/tag93.xml"/><Relationship Id="rId9"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99.xml"/><Relationship Id="rId7" Type="http://schemas.openxmlformats.org/officeDocument/2006/relationships/slideMaster" Target="../slideMasters/slideMaster5.xml"/><Relationship Id="rId2" Type="http://schemas.openxmlformats.org/officeDocument/2006/relationships/tags" Target="../tags/tag98.xml"/><Relationship Id="rId1" Type="http://schemas.openxmlformats.org/officeDocument/2006/relationships/vmlDrawing" Target="../drawings/vmlDrawing4.v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image" Target="../media/image8.emf"/></Relationships>
</file>

<file path=ppt/slideLayouts/_rels/slideLayout7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104.xml"/><Relationship Id="rId7" Type="http://schemas.openxmlformats.org/officeDocument/2006/relationships/slideMaster" Target="../slideMasters/slideMaster5.xml"/><Relationship Id="rId2" Type="http://schemas.openxmlformats.org/officeDocument/2006/relationships/tags" Target="../tags/tag103.xml"/><Relationship Id="rId1" Type="http://schemas.openxmlformats.org/officeDocument/2006/relationships/vmlDrawing" Target="../drawings/vmlDrawing5.v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9" Type="http://schemas.openxmlformats.org/officeDocument/2006/relationships/image" Target="../media/image8.emf"/></Relationships>
</file>

<file path=ppt/slideLayouts/_rels/slideLayout7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109.xml"/><Relationship Id="rId7" Type="http://schemas.openxmlformats.org/officeDocument/2006/relationships/slideMaster" Target="../slideMasters/slideMaster5.xml"/><Relationship Id="rId2" Type="http://schemas.openxmlformats.org/officeDocument/2006/relationships/tags" Target="../tags/tag108.xml"/><Relationship Id="rId1" Type="http://schemas.openxmlformats.org/officeDocument/2006/relationships/vmlDrawing" Target="../drawings/vmlDrawing6.v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9" Type="http://schemas.openxmlformats.org/officeDocument/2006/relationships/image" Target="../media/image8.emf"/></Relationships>
</file>

<file path=ppt/slideLayouts/_rels/slideLayout73.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vmlDrawing" Target="../drawings/vmlDrawing7.v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8.emf"/><Relationship Id="rId4" Type="http://schemas.openxmlformats.org/officeDocument/2006/relationships/tags" Target="../tags/tag115.xml"/><Relationship Id="rId9" Type="http://schemas.openxmlformats.org/officeDocument/2006/relationships/oleObject" Target="../embeddings/oleObject7.bin"/></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image" Target="../media/image6.emf"/><Relationship Id="rId2" Type="http://schemas.openxmlformats.org/officeDocument/2006/relationships/tags" Target="../tags/tag119.xml"/><Relationship Id="rId16" Type="http://schemas.openxmlformats.org/officeDocument/2006/relationships/image" Target="../media/image5.emf"/><Relationship Id="rId1" Type="http://schemas.openxmlformats.org/officeDocument/2006/relationships/vmlDrawing" Target="../drawings/vmlDrawing8.v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oleObject" Target="../embeddings/oleObject8.bin"/><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image" Target="../media/image6.emf"/><Relationship Id="rId2" Type="http://schemas.openxmlformats.org/officeDocument/2006/relationships/tags" Target="../tags/tag131.xml"/><Relationship Id="rId16" Type="http://schemas.openxmlformats.org/officeDocument/2006/relationships/image" Target="../media/image5.emf"/><Relationship Id="rId1" Type="http://schemas.openxmlformats.org/officeDocument/2006/relationships/vmlDrawing" Target="../drawings/vmlDrawing9.v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oleObject" Target="../embeddings/oleObject9.bin"/><Relationship Id="rId10" Type="http://schemas.openxmlformats.org/officeDocument/2006/relationships/tags" Target="../tags/tag139.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tags" Target="../tags/tag154.xml"/><Relationship Id="rId18" Type="http://schemas.openxmlformats.org/officeDocument/2006/relationships/image" Target="../media/image6.emf"/><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tags" Target="../tags/tag153.xml"/><Relationship Id="rId17" Type="http://schemas.openxmlformats.org/officeDocument/2006/relationships/image" Target="../media/image5.emf"/><Relationship Id="rId2" Type="http://schemas.openxmlformats.org/officeDocument/2006/relationships/tags" Target="../tags/tag143.xml"/><Relationship Id="rId16" Type="http://schemas.openxmlformats.org/officeDocument/2006/relationships/oleObject" Target="../embeddings/oleObject10.bin"/><Relationship Id="rId1" Type="http://schemas.openxmlformats.org/officeDocument/2006/relationships/vmlDrawing" Target="../drawings/vmlDrawing10.v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openxmlformats.org/officeDocument/2006/relationships/slideMaster" Target="../slideMasters/slideMaster5.xml"/><Relationship Id="rId10" Type="http://schemas.openxmlformats.org/officeDocument/2006/relationships/tags" Target="../tags/tag151.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tags" Target="../tags/tag155.xml"/></Relationships>
</file>

<file path=ppt/slideLayouts/_rels/slideLayout77.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tags" Target="../tags/tag167.xml"/><Relationship Id="rId18" Type="http://schemas.openxmlformats.org/officeDocument/2006/relationships/image" Target="../media/image6.emf"/><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tags" Target="../tags/tag166.xml"/><Relationship Id="rId17" Type="http://schemas.openxmlformats.org/officeDocument/2006/relationships/image" Target="../media/image9.emf"/><Relationship Id="rId2" Type="http://schemas.openxmlformats.org/officeDocument/2006/relationships/tags" Target="../tags/tag156.xml"/><Relationship Id="rId16" Type="http://schemas.openxmlformats.org/officeDocument/2006/relationships/oleObject" Target="../embeddings/oleObject11.bin"/><Relationship Id="rId1" Type="http://schemas.openxmlformats.org/officeDocument/2006/relationships/vmlDrawing" Target="../drawings/vmlDrawing11.vml"/><Relationship Id="rId6" Type="http://schemas.openxmlformats.org/officeDocument/2006/relationships/tags" Target="../tags/tag160.xml"/><Relationship Id="rId11" Type="http://schemas.openxmlformats.org/officeDocument/2006/relationships/tags" Target="../tags/tag165.xml"/><Relationship Id="rId5" Type="http://schemas.openxmlformats.org/officeDocument/2006/relationships/tags" Target="../tags/tag159.xml"/><Relationship Id="rId15" Type="http://schemas.openxmlformats.org/officeDocument/2006/relationships/slideMaster" Target="../slideMasters/slideMaster5.xml"/><Relationship Id="rId10" Type="http://schemas.openxmlformats.org/officeDocument/2006/relationships/tags" Target="../tags/tag164.xml"/><Relationship Id="rId4" Type="http://schemas.openxmlformats.org/officeDocument/2006/relationships/tags" Target="../tags/tag158.xml"/><Relationship Id="rId9" Type="http://schemas.openxmlformats.org/officeDocument/2006/relationships/tags" Target="../tags/tag163.xml"/><Relationship Id="rId14" Type="http://schemas.openxmlformats.org/officeDocument/2006/relationships/tags" Target="../tags/tag168.xml"/></Relationships>
</file>

<file path=ppt/slideLayouts/_rels/slideLayout78.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tags" Target="../tags/tag180.xml"/><Relationship Id="rId3" Type="http://schemas.openxmlformats.org/officeDocument/2006/relationships/tags" Target="../tags/tag170.xml"/><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image" Target="../media/image6.emf"/><Relationship Id="rId2" Type="http://schemas.openxmlformats.org/officeDocument/2006/relationships/tags" Target="../tags/tag169.xml"/><Relationship Id="rId16" Type="http://schemas.openxmlformats.org/officeDocument/2006/relationships/image" Target="../media/image5.emf"/><Relationship Id="rId1" Type="http://schemas.openxmlformats.org/officeDocument/2006/relationships/vmlDrawing" Target="../drawings/vmlDrawing12.vml"/><Relationship Id="rId6" Type="http://schemas.openxmlformats.org/officeDocument/2006/relationships/tags" Target="../tags/tag173.xml"/><Relationship Id="rId11" Type="http://schemas.openxmlformats.org/officeDocument/2006/relationships/tags" Target="../tags/tag178.xml"/><Relationship Id="rId5" Type="http://schemas.openxmlformats.org/officeDocument/2006/relationships/tags" Target="../tags/tag172.xml"/><Relationship Id="rId15" Type="http://schemas.openxmlformats.org/officeDocument/2006/relationships/oleObject" Target="../embeddings/oleObject12.bin"/><Relationship Id="rId10" Type="http://schemas.openxmlformats.org/officeDocument/2006/relationships/tags" Target="../tags/tag177.xml"/><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image" Target="../media/image6.emf"/><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image" Target="../media/image8.emf"/><Relationship Id="rId2" Type="http://schemas.openxmlformats.org/officeDocument/2006/relationships/tags" Target="../tags/tag181.xml"/><Relationship Id="rId1" Type="http://schemas.openxmlformats.org/officeDocument/2006/relationships/vmlDrawing" Target="../drawings/vmlDrawing13.vml"/><Relationship Id="rId6" Type="http://schemas.openxmlformats.org/officeDocument/2006/relationships/tags" Target="../tags/tag185.xml"/><Relationship Id="rId11" Type="http://schemas.openxmlformats.org/officeDocument/2006/relationships/oleObject" Target="../embeddings/oleObject13.bin"/><Relationship Id="rId5" Type="http://schemas.openxmlformats.org/officeDocument/2006/relationships/tags" Target="../tags/tag184.xml"/><Relationship Id="rId10" Type="http://schemas.openxmlformats.org/officeDocument/2006/relationships/slideMaster" Target="../slideMasters/slideMaster5.xml"/><Relationship Id="rId4" Type="http://schemas.openxmlformats.org/officeDocument/2006/relationships/tags" Target="../tags/tag183.xml"/><Relationship Id="rId9" Type="http://schemas.openxmlformats.org/officeDocument/2006/relationships/tags" Target="../tags/tag188.xml"/></Relationships>
</file>

<file path=ppt/slideLayouts/_rels/slideLayout80.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image" Target="../media/image6.emf"/><Relationship Id="rId4"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tags" Target="../tags/tag203.xml"/><Relationship Id="rId18" Type="http://schemas.openxmlformats.org/officeDocument/2006/relationships/image" Target="../media/image6.emf"/><Relationship Id="rId3" Type="http://schemas.openxmlformats.org/officeDocument/2006/relationships/tags" Target="../tags/tag193.xml"/><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image" Target="../media/image9.emf"/><Relationship Id="rId2" Type="http://schemas.openxmlformats.org/officeDocument/2006/relationships/tags" Target="../tags/tag192.xml"/><Relationship Id="rId16" Type="http://schemas.openxmlformats.org/officeDocument/2006/relationships/oleObject" Target="../embeddings/oleObject14.bin"/><Relationship Id="rId1" Type="http://schemas.openxmlformats.org/officeDocument/2006/relationships/vmlDrawing" Target="../drawings/vmlDrawing14.vml"/><Relationship Id="rId6" Type="http://schemas.openxmlformats.org/officeDocument/2006/relationships/tags" Target="../tags/tag196.xml"/><Relationship Id="rId11" Type="http://schemas.openxmlformats.org/officeDocument/2006/relationships/tags" Target="../tags/tag201.xml"/><Relationship Id="rId5" Type="http://schemas.openxmlformats.org/officeDocument/2006/relationships/tags" Target="../tags/tag195.xml"/><Relationship Id="rId15" Type="http://schemas.openxmlformats.org/officeDocument/2006/relationships/slideMaster" Target="../slideMasters/slideMaster5.xml"/><Relationship Id="rId10" Type="http://schemas.openxmlformats.org/officeDocument/2006/relationships/tags" Target="../tags/tag200.xml"/><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tags" Target="../tags/tag20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pic>
        <p:nvPicPr>
          <p:cNvPr id="10" name="Picture 24"/>
          <p:cNvPicPr>
            <a:picLocks noChangeAspect="1" noChangeArrowheads="1"/>
          </p:cNvPicPr>
          <p:nvPr userDrawn="1"/>
        </p:nvPicPr>
        <p:blipFill>
          <a:blip r:embed="rId3" cstate="hqprint">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3"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2BDAF14C-55C0-4FB7-8670-808BA7F24B13}" type="datetime1">
              <a:rPr lang="en-US" smtClean="0"/>
              <a:t>10/8/2025</a:t>
            </a:fld>
            <a:endParaRPr lang="en-US"/>
          </a:p>
        </p:txBody>
      </p:sp>
      <p:sp>
        <p:nvSpPr>
          <p:cNvPr id="4"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5"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05363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67" name="Text Placeholder 3096"/>
          <p:cNvSpPr>
            <a:spLocks noGrp="1"/>
          </p:cNvSpPr>
          <p:nvPr>
            <p:ph type="body" sz="quarter" idx="11" hasCustomPrompt="1"/>
          </p:nvPr>
        </p:nvSpPr>
        <p:spPr bwMode="gray">
          <a:xfrm>
            <a:off x="9510175" y="5888322"/>
            <a:ext cx="2232374"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400" b="0">
                <a:solidFill>
                  <a:schemeClr val="accent1"/>
                </a:solidFill>
              </a:defRPr>
            </a:lvl1pPr>
            <a:lvl2pPr marL="0" indent="0">
              <a:lnSpc>
                <a:spcPct val="100000"/>
              </a:lnSpc>
              <a:spcBef>
                <a:spcPts val="0"/>
              </a:spcBef>
              <a:spcAft>
                <a:spcPts val="0"/>
              </a:spcAft>
              <a:buFont typeface="Arial" panose="020B0604020202020204" pitchFamily="34" charset="0"/>
              <a:buNone/>
              <a:defRPr sz="400" b="0">
                <a:solidFill>
                  <a:schemeClr val="accent1"/>
                </a:solidFill>
              </a:defRPr>
            </a:lvl2pPr>
            <a:lvl3pPr marL="0" indent="0">
              <a:lnSpc>
                <a:spcPct val="100000"/>
              </a:lnSpc>
              <a:spcBef>
                <a:spcPts val="0"/>
              </a:spcBef>
              <a:spcAft>
                <a:spcPts val="0"/>
              </a:spcAft>
              <a:buNone/>
              <a:defRPr sz="400" b="0">
                <a:solidFill>
                  <a:schemeClr val="accent1"/>
                </a:solidFill>
              </a:defRPr>
            </a:lvl3pPr>
            <a:lvl4pPr marL="0" indent="0">
              <a:lnSpc>
                <a:spcPct val="100000"/>
              </a:lnSpc>
              <a:spcBef>
                <a:spcPts val="0"/>
              </a:spcBef>
              <a:spcAft>
                <a:spcPts val="0"/>
              </a:spcAft>
              <a:buNone/>
              <a:defRPr sz="400" b="0">
                <a:solidFill>
                  <a:schemeClr val="accent1"/>
                </a:solidFill>
              </a:defRPr>
            </a:lvl4pPr>
            <a:lvl5pPr marL="0" indent="0">
              <a:lnSpc>
                <a:spcPct val="100000"/>
              </a:lnSpc>
              <a:spcBef>
                <a:spcPts val="0"/>
              </a:spcBef>
              <a:spcAft>
                <a:spcPts val="0"/>
              </a:spcAft>
              <a:buNone/>
              <a:defRPr sz="400" b="0">
                <a:solidFill>
                  <a:schemeClr val="accent1"/>
                </a:solidFill>
              </a:defRPr>
            </a:lvl5pPr>
            <a:lvl6pPr marL="0" indent="0">
              <a:lnSpc>
                <a:spcPct val="100000"/>
              </a:lnSpc>
              <a:spcBef>
                <a:spcPts val="0"/>
              </a:spcBef>
              <a:spcAft>
                <a:spcPts val="0"/>
              </a:spcAft>
              <a:buFont typeface="Arial" panose="020B0604020202020204" pitchFamily="34" charset="0"/>
              <a:buNone/>
              <a:defRPr sz="400" b="0">
                <a:solidFill>
                  <a:schemeClr val="accent1"/>
                </a:solidFill>
              </a:defRPr>
            </a:lvl6pPr>
            <a:lvl7pPr marL="0" indent="0">
              <a:lnSpc>
                <a:spcPct val="100000"/>
              </a:lnSpc>
              <a:spcBef>
                <a:spcPts val="0"/>
              </a:spcBef>
              <a:spcAft>
                <a:spcPts val="0"/>
              </a:spcAft>
              <a:buFont typeface="Arial" panose="020B0604020202020204" pitchFamily="34" charset="0"/>
              <a:buNone/>
              <a:defRPr sz="400" b="0">
                <a:solidFill>
                  <a:schemeClr val="accent1"/>
                </a:solidFill>
              </a:defRPr>
            </a:lvl7pPr>
            <a:lvl8pPr marL="0" indent="0">
              <a:lnSpc>
                <a:spcPct val="100000"/>
              </a:lnSpc>
              <a:spcBef>
                <a:spcPts val="0"/>
              </a:spcBef>
              <a:spcAft>
                <a:spcPts val="0"/>
              </a:spcAft>
              <a:buFont typeface="Arial" panose="020B0604020202020204" pitchFamily="34" charset="0"/>
              <a:buNone/>
              <a:defRPr sz="400" b="0">
                <a:solidFill>
                  <a:schemeClr val="accent1"/>
                </a:solidFill>
              </a:defRPr>
            </a:lvl8pPr>
            <a:lvl9pPr marL="0" indent="0">
              <a:lnSpc>
                <a:spcPct val="100000"/>
              </a:lnSpc>
              <a:spcBef>
                <a:spcPts val="0"/>
              </a:spcBef>
              <a:spcAft>
                <a:spcPts val="0"/>
              </a:spcAft>
              <a:buFont typeface="Arial" panose="020B0604020202020204" pitchFamily="34" charset="0"/>
              <a:buNone/>
              <a:defRPr sz="400" b="0">
                <a:solidFill>
                  <a:schemeClr val="accent1"/>
                </a:solidFill>
              </a:defRPr>
            </a:lvl9pPr>
          </a:lstStyle>
          <a:p>
            <a:pPr lvl="0"/>
            <a:r>
              <a:rPr lang="de-DE"/>
              <a:t> </a:t>
            </a:r>
          </a:p>
        </p:txBody>
      </p:sp>
      <p:sp>
        <p:nvSpPr>
          <p:cNvPr id="6"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sp>
        <p:nvSpPr>
          <p:cNvPr id="10" name="Date Placeholder 2"/>
          <p:cNvSpPr>
            <a:spLocks noGrp="1"/>
          </p:cNvSpPr>
          <p:nvPr>
            <p:ph type="dt" sz="half" idx="12"/>
          </p:nvPr>
        </p:nvSpPr>
        <p:spPr>
          <a:xfrm>
            <a:off x="10848529" y="7077407"/>
            <a:ext cx="624070" cy="96011"/>
          </a:xfrm>
        </p:spPr>
        <p:txBody>
          <a:bodyPr/>
          <a:lstStyle>
            <a:lvl1pPr>
              <a:defRPr sz="300">
                <a:solidFill>
                  <a:schemeClr val="bg1">
                    <a:lumMod val="75000"/>
                    <a:alpha val="0"/>
                  </a:schemeClr>
                </a:solidFill>
              </a:defRPr>
            </a:lvl1pPr>
          </a:lstStyle>
          <a:p>
            <a:fld id="{843532AC-5C6E-48ED-9C2D-72CE0CAA70EB}" type="datetime1">
              <a:rPr lang="en-US" smtClean="0"/>
              <a:t>10/8/2025</a:t>
            </a:fld>
            <a:endParaRPr lang="en-US"/>
          </a:p>
        </p:txBody>
      </p:sp>
      <p:sp>
        <p:nvSpPr>
          <p:cNvPr id="12" name="Footer Placeholder 3"/>
          <p:cNvSpPr>
            <a:spLocks noGrp="1"/>
          </p:cNvSpPr>
          <p:nvPr>
            <p:ph type="ftr" sz="quarter" idx="13"/>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3" name="Slide Number Placeholder 4"/>
          <p:cNvSpPr>
            <a:spLocks noGrp="1"/>
          </p:cNvSpPr>
          <p:nvPr>
            <p:ph type="sldNum" sz="quarter" idx="14"/>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454494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6" y="1365251"/>
            <a:ext cx="7633396" cy="1007632"/>
          </a:xfrm>
        </p:spPr>
        <p:txBody>
          <a:bodyPr/>
          <a:lstStyle>
            <a:lvl1pPr>
              <a:defRPr sz="6000" spc="-150">
                <a:solidFill>
                  <a:schemeClr val="accent1"/>
                </a:solidFill>
              </a:defRPr>
            </a:lvl1pPr>
          </a:lstStyle>
          <a:p>
            <a:r>
              <a:rPr lang="en-US"/>
              <a:t>Content.</a:t>
            </a:r>
          </a:p>
        </p:txBody>
      </p:sp>
      <p:sp>
        <p:nvSpPr>
          <p:cNvPr id="11" name="Text Placeholder 9"/>
          <p:cNvSpPr>
            <a:spLocks noGrp="1"/>
          </p:cNvSpPr>
          <p:nvPr>
            <p:ph type="body" sz="quarter" idx="13"/>
          </p:nvPr>
        </p:nvSpPr>
        <p:spPr bwMode="gray">
          <a:xfrm>
            <a:off x="1509185" y="2372786"/>
            <a:ext cx="7323666" cy="3649133"/>
          </a:xfrm>
        </p:spPr>
        <p:txBody>
          <a:bodyPr/>
          <a:lstStyle>
            <a:lvl1pPr marL="358775" indent="-358775">
              <a:lnSpc>
                <a:spcPct val="80000"/>
              </a:lnSpc>
              <a:spcBef>
                <a:spcPts val="0"/>
              </a:spcBef>
              <a:spcAft>
                <a:spcPts val="800"/>
              </a:spcAft>
              <a:buClr>
                <a:schemeClr val="accent1"/>
              </a:buClr>
              <a:buSzPct val="100000"/>
              <a:buFont typeface="+mj-lt"/>
              <a:buAutoNum type="arabicPeriod"/>
              <a:defRPr sz="1400" b="0">
                <a:solidFill>
                  <a:schemeClr val="accent1"/>
                </a:solidFill>
              </a:defRPr>
            </a:lvl1pPr>
            <a:lvl2pPr marL="540000" indent="-180000">
              <a:lnSpc>
                <a:spcPct val="80000"/>
              </a:lnSpc>
              <a:spcBef>
                <a:spcPts val="0"/>
              </a:spcBef>
              <a:spcAft>
                <a:spcPts val="800"/>
              </a:spcAft>
              <a:buClr>
                <a:schemeClr val="accent1"/>
              </a:buClr>
              <a:buSzPct val="100000"/>
              <a:buFont typeface="Arial" panose="020B0604020202020204" pitchFamily="34" charset="0"/>
              <a:buChar char="•"/>
              <a:defRPr sz="1400" b="0" baseline="0">
                <a:solidFill>
                  <a:schemeClr val="accent1"/>
                </a:solidFill>
              </a:defRPr>
            </a:lvl2pPr>
            <a:lvl3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3pPr>
            <a:lvl4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4pPr>
            <a:lvl5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5pPr>
            <a:lvl6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6pPr>
            <a:lvl7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7pPr>
            <a:lvl8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8pPr>
            <a:lvl9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9pPr>
          </a:lstStyle>
          <a:p>
            <a:pPr lvl="0"/>
            <a:r>
              <a:rPr lang="en-US"/>
              <a:t>Click to edit Master text styles</a:t>
            </a:r>
          </a:p>
          <a:p>
            <a:pPr lvl="1"/>
            <a:r>
              <a:rPr lang="en-US"/>
              <a:t>Second level</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5D5E1061-CA30-4BA7-9D4A-35AA00C33585}" type="datetime1">
              <a:rPr lang="en-US" smtClean="0"/>
              <a:t>10/8/2025</a:t>
            </a:fld>
            <a:endParaRPr lang="en-US"/>
          </a:p>
        </p:txBody>
      </p:sp>
      <p:sp>
        <p:nvSpPr>
          <p:cNvPr id="7"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8"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8450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B26A9AC-32EF-4C29-A2D7-C4503E40BA6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270000" indent="-270000">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7428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3D5BD56-788B-4337-B147-3C027DDF980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1223269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9023352" y="0"/>
            <a:ext cx="3168649"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2" y="452969"/>
            <a:ext cx="8401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D35BDD1F-C475-43DB-BE05-7999FF5EE60E}"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2" y="1701800"/>
            <a:ext cx="8401051"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0"/>
          <p:cNvSpPr>
            <a:spLocks noGrp="1"/>
          </p:cNvSpPr>
          <p:nvPr>
            <p:ph type="body" sz="quarter" idx="15" hasCustomPrompt="1"/>
          </p:nvPr>
        </p:nvSpPr>
        <p:spPr bwMode="gray">
          <a:xfrm>
            <a:off x="8086541" y="5335799"/>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21" name="Text Placeholder 10"/>
          <p:cNvSpPr>
            <a:spLocks noGrp="1"/>
          </p:cNvSpPr>
          <p:nvPr>
            <p:ph type="body" sz="quarter" idx="18" hasCustomPrompt="1"/>
          </p:nvPr>
        </p:nvSpPr>
        <p:spPr bwMode="gray">
          <a:xfrm>
            <a:off x="8656883" y="5437767"/>
            <a:ext cx="723857" cy="723857"/>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
        <p:nvSpPr>
          <p:cNvPr id="14" name="Text Placeholder 10"/>
          <p:cNvSpPr>
            <a:spLocks noGrp="1"/>
          </p:cNvSpPr>
          <p:nvPr>
            <p:ph type="body" sz="quarter" idx="20" hasCustomPrompt="1"/>
          </p:nvPr>
        </p:nvSpPr>
        <p:spPr bwMode="gray">
          <a:xfrm>
            <a:off x="8669515" y="4781625"/>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6" name="Text Placeholder 10"/>
          <p:cNvSpPr>
            <a:spLocks noGrp="1"/>
          </p:cNvSpPr>
          <p:nvPr>
            <p:ph type="body" sz="quarter" idx="21" hasCustomPrompt="1"/>
          </p:nvPr>
        </p:nvSpPr>
        <p:spPr bwMode="gray">
          <a:xfrm>
            <a:off x="8727246" y="6424372"/>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2" hasCustomPrompt="1"/>
          </p:nvPr>
        </p:nvSpPr>
        <p:spPr bwMode="gray">
          <a:xfrm>
            <a:off x="9117814" y="3794075"/>
            <a:ext cx="321601" cy="321600"/>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629019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6096001" y="0"/>
            <a:ext cx="609600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0FD64B73-134F-4950-820A-2E672B5838FD}"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5471586" cy="4320117"/>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p:cNvSpPr>
            <a:spLocks noGrp="1"/>
          </p:cNvSpPr>
          <p:nvPr>
            <p:ph type="body" sz="quarter" idx="18" hasCustomPrompt="1"/>
          </p:nvPr>
        </p:nvSpPr>
        <p:spPr bwMode="gray">
          <a:xfrm>
            <a:off x="5829359" y="5316750"/>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0" hasCustomPrompt="1"/>
          </p:nvPr>
        </p:nvSpPr>
        <p:spPr bwMode="gray">
          <a:xfrm>
            <a:off x="6412333" y="4762576"/>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9" name="Text Placeholder 10"/>
          <p:cNvSpPr>
            <a:spLocks noGrp="1"/>
          </p:cNvSpPr>
          <p:nvPr>
            <p:ph type="body" sz="quarter" idx="21" hasCustomPrompt="1"/>
          </p:nvPr>
        </p:nvSpPr>
        <p:spPr bwMode="gray">
          <a:xfrm>
            <a:off x="6470064" y="6405323"/>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4051130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2" y="0"/>
            <a:ext cx="902335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2544233"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BB2B987F-52B1-42C3-B0A4-4BBB085120D9}"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10"/>
          <p:cNvSpPr>
            <a:spLocks noGrp="1"/>
          </p:cNvSpPr>
          <p:nvPr>
            <p:ph type="body" sz="quarter" idx="17" hasCustomPrompt="1"/>
          </p:nvPr>
        </p:nvSpPr>
        <p:spPr bwMode="gray">
          <a:xfrm>
            <a:off x="4203701" y="3476629"/>
            <a:ext cx="2832101" cy="2832099"/>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6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14" name="Text Placeholder 10"/>
          <p:cNvSpPr>
            <a:spLocks noGrp="1"/>
          </p:cNvSpPr>
          <p:nvPr>
            <p:ph type="body" sz="quarter" idx="21" hasCustomPrompt="1"/>
          </p:nvPr>
        </p:nvSpPr>
        <p:spPr bwMode="gray">
          <a:xfrm>
            <a:off x="2895601" y="5818719"/>
            <a:ext cx="1622401"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3481623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2" y="0"/>
            <a:ext cx="902335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F4BA99C9-0405-4F28-8F70-F6107959CD5B}"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extLst>
      <p:ext uri="{BB962C8B-B14F-4D97-AF65-F5344CB8AC3E}">
        <p14:creationId xmlns:p14="http://schemas.microsoft.com/office/powerpoint/2010/main" val="22464093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solidFill>
                  <a:schemeClr val="bg1"/>
                </a:solidFill>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79812FFA-B21C-440A-A740-EA79645E5B9C}"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485090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50" y="453221"/>
            <a:ext cx="5568953" cy="5568445"/>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6"/>
          </p:nvPr>
        </p:nvSpPr>
        <p:spPr bwMode="gray"/>
        <p:txBody>
          <a:bodyPr/>
          <a:lstStyle/>
          <a:p>
            <a:fld id="{AC8B4A33-29D9-4D64-AE63-425D2C2BA11E}"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2" name="Text Placeholder 10"/>
          <p:cNvSpPr>
            <a:spLocks noGrp="1"/>
          </p:cNvSpPr>
          <p:nvPr>
            <p:ph type="body" sz="quarter" idx="19" hasCustomPrompt="1"/>
          </p:nvPr>
        </p:nvSpPr>
        <p:spPr bwMode="gray">
          <a:xfrm>
            <a:off x="6336893" y="4342268"/>
            <a:ext cx="1622401" cy="16224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1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4226418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70" y="453221"/>
            <a:ext cx="5568953" cy="5568445"/>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71"/>
            <a:ext cx="2544234" cy="3312583"/>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3" name="Date Placeholder 2"/>
          <p:cNvSpPr>
            <a:spLocks noGrp="1"/>
          </p:cNvSpPr>
          <p:nvPr>
            <p:ph type="dt" sz="half" idx="16"/>
          </p:nvPr>
        </p:nvSpPr>
        <p:spPr bwMode="gray"/>
        <p:txBody>
          <a:bodyPr/>
          <a:lstStyle/>
          <a:p>
            <a:fld id="{583092E4-502B-416E-BB71-3732066898E2}"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4" name="Text Placeholder 10"/>
          <p:cNvSpPr>
            <a:spLocks noGrp="1"/>
          </p:cNvSpPr>
          <p:nvPr>
            <p:ph type="body" sz="quarter" idx="20" hasCustomPrompt="1"/>
          </p:nvPr>
        </p:nvSpPr>
        <p:spPr bwMode="gray">
          <a:xfrm>
            <a:off x="3138170" y="3237441"/>
            <a:ext cx="2160001" cy="21600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4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Tree>
    <p:custDataLst>
      <p:tags r:id="rId1"/>
    </p:custDataLst>
    <p:extLst>
      <p:ext uri="{BB962C8B-B14F-4D97-AF65-F5344CB8AC3E}">
        <p14:creationId xmlns:p14="http://schemas.microsoft.com/office/powerpoint/2010/main" val="2393774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9" name="Picture Placeholder 3"/>
          <p:cNvSpPr>
            <a:spLocks noGrp="1"/>
          </p:cNvSpPr>
          <p:nvPr>
            <p:ph type="pic" sz="quarter" idx="17" hasCustomPrompt="1"/>
          </p:nvPr>
        </p:nvSpPr>
        <p:spPr bwMode="gray">
          <a:xfrm>
            <a:off x="7537659" y="454925"/>
            <a:ext cx="4224000" cy="4224000"/>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8" name="Picture Placeholder 3"/>
          <p:cNvSpPr>
            <a:spLocks noGrp="1"/>
          </p:cNvSpPr>
          <p:nvPr>
            <p:ph type="pic" sz="quarter" idx="13" hasCustomPrompt="1"/>
          </p:nvPr>
        </p:nvSpPr>
        <p:spPr bwMode="gray">
          <a:xfrm>
            <a:off x="3679427" y="2128204"/>
            <a:ext cx="3168000" cy="3168000"/>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3"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bwMode="gray">
          <a:xfrm>
            <a:off x="431800" y="452969"/>
            <a:ext cx="4320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8"/>
          </p:nvPr>
        </p:nvSpPr>
        <p:spPr bwMode="gray"/>
        <p:txBody>
          <a:bodyPr/>
          <a:lstStyle/>
          <a:p>
            <a:fld id="{807390E8-38AC-4F47-9783-402153C140DF}" type="datetime1">
              <a:rPr lang="en-US" smtClean="0"/>
              <a:t>10/8/2025</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23" name="Text Placeholder 4"/>
          <p:cNvSpPr>
            <a:spLocks noGrp="1"/>
          </p:cNvSpPr>
          <p:nvPr>
            <p:ph type="body" sz="quarter" idx="22"/>
          </p:nvPr>
        </p:nvSpPr>
        <p:spPr>
          <a:xfrm>
            <a:off x="6474190" y="4965174"/>
            <a:ext cx="2741775" cy="1056747"/>
          </a:xfrm>
        </p:spPr>
        <p:txBody>
          <a:bodyPr>
            <a:noAutofit/>
          </a:bodyPr>
          <a:lstStyle>
            <a:lvl1pPr algn="l">
              <a:defRPr sz="1000" b="1">
                <a:solidFill>
                  <a:schemeClr val="accent1"/>
                </a:solidFill>
              </a:defRPr>
            </a:lvl1pPr>
            <a:lvl2pPr marL="0" indent="0" algn="l">
              <a:lnSpc>
                <a:spcPct val="90000"/>
              </a:lnSpc>
              <a:spcBef>
                <a:spcPts val="200"/>
              </a:spcBef>
              <a:spcAft>
                <a:spcPts val="200"/>
              </a:spcAft>
              <a:buFont typeface="Arial" panose="020B0604020202020204" pitchFamily="34" charset="0"/>
              <a:buNone/>
              <a:defRPr sz="1000" b="0">
                <a:solidFill>
                  <a:schemeClr val="accent1"/>
                </a:solidFill>
              </a:defRPr>
            </a:lvl2pPr>
            <a:lvl3pPr marL="0" indent="0" algn="l">
              <a:lnSpc>
                <a:spcPct val="90000"/>
              </a:lnSpc>
              <a:spcBef>
                <a:spcPts val="200"/>
              </a:spcBef>
              <a:spcAft>
                <a:spcPts val="200"/>
              </a:spcAft>
              <a:buNone/>
              <a:defRPr sz="1000" b="0">
                <a:solidFill>
                  <a:schemeClr val="accent1"/>
                </a:solidFill>
              </a:defRPr>
            </a:lvl3pPr>
            <a:lvl4pPr marL="0" indent="0" algn="l">
              <a:lnSpc>
                <a:spcPct val="90000"/>
              </a:lnSpc>
              <a:spcBef>
                <a:spcPts val="200"/>
              </a:spcBef>
              <a:spcAft>
                <a:spcPts val="200"/>
              </a:spcAft>
              <a:buNone/>
              <a:defRPr sz="1000" b="0">
                <a:solidFill>
                  <a:schemeClr val="accent1"/>
                </a:solidFill>
              </a:defRPr>
            </a:lvl4pPr>
            <a:lvl5pPr marL="0" indent="0" algn="l">
              <a:lnSpc>
                <a:spcPct val="90000"/>
              </a:lnSpc>
              <a:spcBef>
                <a:spcPts val="200"/>
              </a:spcBef>
              <a:spcAft>
                <a:spcPts val="200"/>
              </a:spcAft>
              <a:buNone/>
              <a:defRPr sz="1000" b="0">
                <a:solidFill>
                  <a:schemeClr val="accent1"/>
                </a:solidFill>
              </a:defRPr>
            </a:lvl5pPr>
            <a:lvl6pPr marL="0" indent="0">
              <a:lnSpc>
                <a:spcPct val="90000"/>
              </a:lnSpc>
              <a:spcBef>
                <a:spcPts val="200"/>
              </a:spcBef>
              <a:spcAft>
                <a:spcPts val="200"/>
              </a:spcAft>
              <a:buFont typeface="Arial" panose="020B0604020202020204" pitchFamily="34" charset="0"/>
              <a:buNone/>
              <a:defRPr sz="1000" b="0">
                <a:solidFill>
                  <a:schemeClr val="accent1"/>
                </a:solidFill>
              </a:defRPr>
            </a:lvl6pPr>
            <a:lvl7pPr marL="0" indent="0">
              <a:lnSpc>
                <a:spcPct val="90000"/>
              </a:lnSpc>
              <a:spcBef>
                <a:spcPts val="200"/>
              </a:spcBef>
              <a:spcAft>
                <a:spcPts val="200"/>
              </a:spcAft>
              <a:buFont typeface="Arial" panose="020B0604020202020204" pitchFamily="34" charset="0"/>
              <a:buNone/>
              <a:defRPr sz="1000" b="0">
                <a:solidFill>
                  <a:schemeClr val="accent1"/>
                </a:solidFill>
              </a:defRPr>
            </a:lvl7pPr>
            <a:lvl8pPr marL="0" indent="0">
              <a:lnSpc>
                <a:spcPct val="90000"/>
              </a:lnSpc>
              <a:spcBef>
                <a:spcPts val="200"/>
              </a:spcBef>
              <a:spcAft>
                <a:spcPts val="200"/>
              </a:spcAft>
              <a:buFont typeface="Arial" panose="020B0604020202020204" pitchFamily="34" charset="0"/>
              <a:buNone/>
              <a:defRPr sz="1000" b="0">
                <a:solidFill>
                  <a:schemeClr val="accent1"/>
                </a:solidFill>
              </a:defRPr>
            </a:lvl8pPr>
            <a:lvl9pPr marL="0" indent="0">
              <a:lnSpc>
                <a:spcPct val="90000"/>
              </a:lnSpc>
              <a:spcBef>
                <a:spcPts val="200"/>
              </a:spcBef>
              <a:spcAft>
                <a:spcPts val="200"/>
              </a:spcAft>
              <a:buFont typeface="Arial" panose="020B0604020202020204" pitchFamily="34" charset="0"/>
              <a:buNone/>
              <a:defRPr sz="1000" b="0">
                <a:solidFill>
                  <a:schemeClr val="accent1"/>
                </a:solidFill>
              </a:defRPr>
            </a:lvl9pPr>
          </a:lstStyle>
          <a:p>
            <a:pPr lvl="0"/>
            <a:r>
              <a:rPr lang="en-US"/>
              <a:t>Click to edit Master text styles</a:t>
            </a:r>
          </a:p>
          <a:p>
            <a:pPr lvl="1"/>
            <a:r>
              <a:rPr lang="en-US"/>
              <a:t>Second level</a:t>
            </a:r>
          </a:p>
        </p:txBody>
      </p:sp>
      <p:sp>
        <p:nvSpPr>
          <p:cNvPr id="11" name="Text Placeholder 4"/>
          <p:cNvSpPr>
            <a:spLocks noGrp="1"/>
          </p:cNvSpPr>
          <p:nvPr>
            <p:ph type="body" sz="quarter" idx="23"/>
          </p:nvPr>
        </p:nvSpPr>
        <p:spPr>
          <a:xfrm>
            <a:off x="5088675" y="861483"/>
            <a:ext cx="2448984" cy="1127356"/>
          </a:xfrm>
        </p:spPr>
        <p:txBody>
          <a:bodyPr>
            <a:noAutofit/>
          </a:bodyPr>
          <a:lstStyle>
            <a:lvl1pPr algn="r">
              <a:defRPr sz="1000" b="1">
                <a:solidFill>
                  <a:schemeClr val="accent1"/>
                </a:solidFill>
              </a:defRPr>
            </a:lvl1pPr>
            <a:lvl2pPr marL="0" indent="0" algn="r">
              <a:lnSpc>
                <a:spcPct val="90000"/>
              </a:lnSpc>
              <a:spcBef>
                <a:spcPts val="200"/>
              </a:spcBef>
              <a:spcAft>
                <a:spcPts val="200"/>
              </a:spcAft>
              <a:buFont typeface="Arial" panose="020B0604020202020204" pitchFamily="34" charset="0"/>
              <a:buNone/>
              <a:defRPr sz="1000" b="0">
                <a:solidFill>
                  <a:schemeClr val="accent1"/>
                </a:solidFill>
              </a:defRPr>
            </a:lvl2pPr>
            <a:lvl3pPr marL="0" indent="0" algn="l">
              <a:lnSpc>
                <a:spcPct val="90000"/>
              </a:lnSpc>
              <a:spcBef>
                <a:spcPts val="200"/>
              </a:spcBef>
              <a:spcAft>
                <a:spcPts val="200"/>
              </a:spcAft>
              <a:buNone/>
              <a:defRPr sz="1000" b="0">
                <a:solidFill>
                  <a:schemeClr val="accent1"/>
                </a:solidFill>
              </a:defRPr>
            </a:lvl3pPr>
            <a:lvl4pPr marL="0" indent="0" algn="l">
              <a:lnSpc>
                <a:spcPct val="90000"/>
              </a:lnSpc>
              <a:spcBef>
                <a:spcPts val="200"/>
              </a:spcBef>
              <a:spcAft>
                <a:spcPts val="200"/>
              </a:spcAft>
              <a:buNone/>
              <a:defRPr sz="1000" b="0">
                <a:solidFill>
                  <a:schemeClr val="accent1"/>
                </a:solidFill>
              </a:defRPr>
            </a:lvl4pPr>
            <a:lvl5pPr marL="0" indent="0" algn="l">
              <a:lnSpc>
                <a:spcPct val="90000"/>
              </a:lnSpc>
              <a:spcBef>
                <a:spcPts val="200"/>
              </a:spcBef>
              <a:spcAft>
                <a:spcPts val="200"/>
              </a:spcAft>
              <a:buNone/>
              <a:defRPr sz="1000" b="0">
                <a:solidFill>
                  <a:schemeClr val="accent1"/>
                </a:solidFill>
              </a:defRPr>
            </a:lvl5pPr>
            <a:lvl6pPr marL="0" indent="0">
              <a:lnSpc>
                <a:spcPct val="90000"/>
              </a:lnSpc>
              <a:spcBef>
                <a:spcPts val="200"/>
              </a:spcBef>
              <a:spcAft>
                <a:spcPts val="200"/>
              </a:spcAft>
              <a:buFont typeface="Arial" panose="020B0604020202020204" pitchFamily="34" charset="0"/>
              <a:buNone/>
              <a:defRPr sz="1000" b="0">
                <a:solidFill>
                  <a:schemeClr val="accent1"/>
                </a:solidFill>
              </a:defRPr>
            </a:lvl6pPr>
            <a:lvl7pPr marL="0" indent="0">
              <a:lnSpc>
                <a:spcPct val="90000"/>
              </a:lnSpc>
              <a:spcBef>
                <a:spcPts val="200"/>
              </a:spcBef>
              <a:spcAft>
                <a:spcPts val="200"/>
              </a:spcAft>
              <a:buFont typeface="Arial" panose="020B0604020202020204" pitchFamily="34" charset="0"/>
              <a:buNone/>
              <a:defRPr sz="1000" b="0">
                <a:solidFill>
                  <a:schemeClr val="accent1"/>
                </a:solidFill>
              </a:defRPr>
            </a:lvl7pPr>
            <a:lvl8pPr marL="0" indent="0">
              <a:lnSpc>
                <a:spcPct val="90000"/>
              </a:lnSpc>
              <a:spcBef>
                <a:spcPts val="200"/>
              </a:spcBef>
              <a:spcAft>
                <a:spcPts val="200"/>
              </a:spcAft>
              <a:buFont typeface="Arial" panose="020B0604020202020204" pitchFamily="34" charset="0"/>
              <a:buNone/>
              <a:defRPr sz="1000" b="0">
                <a:solidFill>
                  <a:schemeClr val="accent1"/>
                </a:solidFill>
              </a:defRPr>
            </a:lvl8pPr>
            <a:lvl9pPr marL="0" indent="0">
              <a:lnSpc>
                <a:spcPct val="90000"/>
              </a:lnSpc>
              <a:spcBef>
                <a:spcPts val="200"/>
              </a:spcBef>
              <a:spcAft>
                <a:spcPts val="200"/>
              </a:spcAft>
              <a:buFont typeface="Arial" panose="020B0604020202020204" pitchFamily="34" charset="0"/>
              <a:buNone/>
              <a:defRPr sz="1000" b="0">
                <a:solidFill>
                  <a:schemeClr val="accent1"/>
                </a:solidFill>
              </a:defRPr>
            </a:lvl9pPr>
          </a:lstStyle>
          <a:p>
            <a:pPr lvl="0"/>
            <a:r>
              <a:rPr lang="en-US"/>
              <a:t>Click to edit Master text styles</a:t>
            </a:r>
          </a:p>
          <a:p>
            <a:pPr lvl="1"/>
            <a:r>
              <a:rPr lang="en-US"/>
              <a:t>Second level</a:t>
            </a:r>
          </a:p>
        </p:txBody>
      </p:sp>
    </p:spTree>
    <p:custDataLst>
      <p:tags r:id="rId1"/>
    </p:custDataLst>
    <p:extLst>
      <p:ext uri="{BB962C8B-B14F-4D97-AF65-F5344CB8AC3E}">
        <p14:creationId xmlns:p14="http://schemas.microsoft.com/office/powerpoint/2010/main" val="2945125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3" cy="912284"/>
          </a:xfrm>
        </p:spPr>
        <p:txBody>
          <a:bodyPr/>
          <a:lstStyle>
            <a:lvl1pPr>
              <a:defRPr/>
            </a:lvl1pPr>
          </a:lstStyle>
          <a:p>
            <a:r>
              <a:rPr lang="en-US"/>
              <a:t>Video </a:t>
            </a:r>
            <a:br>
              <a:rPr lang="en-US"/>
            </a:br>
            <a:r>
              <a:rPr lang="en-US"/>
              <a:t>Slide</a:t>
            </a:r>
          </a:p>
        </p:txBody>
      </p:sp>
      <p:sp>
        <p:nvSpPr>
          <p:cNvPr id="6"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bwMode="gray">
          <a:xfrm>
            <a:off x="3359153"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Media Placeholder 8"/>
          <p:cNvSpPr>
            <a:spLocks noGrp="1"/>
          </p:cNvSpPr>
          <p:nvPr>
            <p:ph type="media" sz="quarter" idx="15" hasCustomPrompt="1"/>
          </p:nvPr>
        </p:nvSpPr>
        <p:spPr bwMode="gray">
          <a:xfrm>
            <a:off x="3359153" y="452967"/>
            <a:ext cx="8401051" cy="5568952"/>
          </a:xfrm>
          <a:solidFill>
            <a:schemeClr val="tx1">
              <a:lumMod val="85000"/>
              <a:lumOff val="15000"/>
            </a:schemeClr>
          </a:solidFill>
        </p:spPr>
        <p:txBody>
          <a:bodyPr bIns="720000" anchor="ctr"/>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insert</a:t>
            </a:r>
            <a:r>
              <a:rPr lang="de-DE"/>
              <a:t> a </a:t>
            </a:r>
            <a:r>
              <a:rPr lang="de-DE" err="1"/>
              <a:t>video</a:t>
            </a:r>
            <a:endParaRPr lang="en-US"/>
          </a:p>
        </p:txBody>
      </p:sp>
      <p:sp>
        <p:nvSpPr>
          <p:cNvPr id="18" name="Date Placeholder 17"/>
          <p:cNvSpPr>
            <a:spLocks noGrp="1"/>
          </p:cNvSpPr>
          <p:nvPr>
            <p:ph type="dt" sz="half" idx="16"/>
          </p:nvPr>
        </p:nvSpPr>
        <p:spPr bwMode="gray"/>
        <p:txBody>
          <a:bodyPr/>
          <a:lstStyle/>
          <a:p>
            <a:fld id="{4F1F5FBD-27FC-4163-A1A3-A182CCE72DD4}" type="datetime1">
              <a:rPr lang="en-US" smtClean="0"/>
              <a:t>10/8/2025</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093934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8" y="1365251"/>
            <a:ext cx="5089163" cy="1007632"/>
          </a:xfrm>
        </p:spPr>
        <p:txBody>
          <a:bodyPr/>
          <a:lstStyle>
            <a:lvl1pPr>
              <a:defRPr sz="6000" spc="-150">
                <a:solidFill>
                  <a:schemeClr val="accent1"/>
                </a:solidFill>
              </a:defRPr>
            </a:lvl1pPr>
          </a:lstStyle>
          <a:p>
            <a:r>
              <a:rPr lang="en-US"/>
              <a:t>Contact.</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Rectangle 17"/>
          <p:cNvSpPr>
            <a:spLocks noChangeArrowheads="1"/>
          </p:cNvSpPr>
          <p:nvPr userDrawn="1"/>
        </p:nvSpPr>
        <p:spPr bwMode="gray">
          <a:xfrm>
            <a:off x="1510095" y="4341567"/>
            <a:ext cx="10250106" cy="1968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effectLst/>
                <a:cs typeface="Arial" panose="020B0604020202020204" pitchFamily="34" charset="0"/>
              </a:rPr>
              <a:t>About Dr. Reddy’s</a:t>
            </a:r>
            <a:r>
              <a:rPr lang="en-US" sz="600" kern="1200">
                <a:solidFill>
                  <a:schemeClr val="tx1"/>
                </a:solidFill>
                <a:effectLst/>
                <a:cs typeface="Arial" panose="020B0604020202020204" pitchFamily="34" charset="0"/>
              </a:rPr>
              <a:t>: Dr. Reddy’s Laboratories Ltd. (BSE: 500124, NSE: DRREDDY,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biosimilars and differentiated formulations. Our major therapeutic areas of focus are gastrointestinal, cardiovascular, diabetology, oncology, pain management and dermatology. Dr. Reddy’s operates in markets across the globe. Our major markets include – USA, India, Russia and other CIS countries. For more information, log on to: </a:t>
            </a:r>
            <a:r>
              <a:rPr lang="en-US" sz="600" kern="1200">
                <a:solidFill>
                  <a:schemeClr val="tx1"/>
                </a:solidFill>
                <a:effectLst/>
                <a:cs typeface="Arial" panose="020B0604020202020204" pitchFamily="34" charset="0"/>
                <a:hlinkClick r:id="rId4"/>
              </a:rPr>
              <a:t>www.drreddys.com</a:t>
            </a:r>
            <a:endParaRPr lang="en-US" sz="600" kern="1200">
              <a:solidFill>
                <a:schemeClr val="tx1"/>
              </a:solidFill>
              <a:effectLst/>
              <a:cs typeface="Arial" panose="020B0604020202020204" pitchFamily="34" charset="0"/>
            </a:endParaRPr>
          </a:p>
          <a:p>
            <a:endParaRPr lang="en-US" sz="600" b="1" kern="1200">
              <a:solidFill>
                <a:schemeClr val="tx1"/>
              </a:solidFill>
              <a:effectLst/>
              <a:cs typeface="Arial" panose="020B0604020202020204" pitchFamily="34" charset="0"/>
            </a:endParaRPr>
          </a:p>
          <a:p>
            <a:r>
              <a:rPr lang="en-US" sz="600" b="1" kern="1200">
                <a:solidFill>
                  <a:schemeClr val="tx1"/>
                </a:solidFill>
                <a:effectLst/>
                <a:cs typeface="Arial" panose="020B0604020202020204" pitchFamily="34" charset="0"/>
              </a:rPr>
              <a:t>Disclaimer: </a:t>
            </a:r>
            <a:r>
              <a:rPr lang="en-US" sz="600" kern="1200">
                <a:solidFill>
                  <a:schemeClr val="tx1"/>
                </a:solidFill>
                <a:effectLst/>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(i)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reorganization , including related integration issues.</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 </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The company assumes no obligation to update any information contained herein.</a:t>
            </a:r>
          </a:p>
          <a:p>
            <a:endParaRPr lang="de-DE" sz="600">
              <a:solidFill>
                <a:schemeClr val="tx1"/>
              </a:solidFill>
              <a:cs typeface="Arial" panose="020B0604020202020204" pitchFamily="34" charset="0"/>
            </a:endParaRPr>
          </a:p>
          <a:p>
            <a:r>
              <a:rPr lang="en-IN" sz="600" b="1">
                <a:solidFill>
                  <a:schemeClr val="tx1"/>
                </a:solidFill>
                <a:cs typeface="Arial" panose="020B0604020202020204" pitchFamily="34" charset="0"/>
              </a:rPr>
              <a:t>Registered Office: </a:t>
            </a:r>
            <a:r>
              <a:rPr lang="en-IN" sz="600">
                <a:solidFill>
                  <a:schemeClr val="tx1"/>
                </a:solidFill>
                <a:cs typeface="Arial" panose="020B0604020202020204" pitchFamily="34" charset="0"/>
              </a:rPr>
              <a:t>Dr. Reddy’s Laboratories Ltd. 8-2-337 | Road No. 3, Banjara Hills, Hyderabad - 500034, Telangana, India. </a:t>
            </a:r>
          </a:p>
          <a:p>
            <a:r>
              <a:rPr lang="en-IN" sz="600">
                <a:solidFill>
                  <a:schemeClr val="tx1"/>
                </a:solidFill>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3" name="Text Placeholder 9"/>
          <p:cNvSpPr>
            <a:spLocks noGrp="1"/>
          </p:cNvSpPr>
          <p:nvPr>
            <p:ph type="body" sz="quarter" idx="11" hasCustomPrompt="1"/>
          </p:nvPr>
        </p:nvSpPr>
        <p:spPr bwMode="gray">
          <a:xfrm>
            <a:off x="1525076"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4" name="Text Placeholder 9"/>
          <p:cNvSpPr>
            <a:spLocks noGrp="1"/>
          </p:cNvSpPr>
          <p:nvPr>
            <p:ph type="body" sz="quarter" idx="12" hasCustomPrompt="1"/>
          </p:nvPr>
        </p:nvSpPr>
        <p:spPr bwMode="gray">
          <a:xfrm>
            <a:off x="1525076"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26" name="Text Placeholder 9"/>
          <p:cNvSpPr>
            <a:spLocks noGrp="1"/>
          </p:cNvSpPr>
          <p:nvPr>
            <p:ph type="body" sz="quarter" idx="14" hasCustomPrompt="1"/>
          </p:nvPr>
        </p:nvSpPr>
        <p:spPr bwMode="gray">
          <a:xfrm>
            <a:off x="5397220"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7" name="Text Placeholder 9"/>
          <p:cNvSpPr>
            <a:spLocks noGrp="1"/>
          </p:cNvSpPr>
          <p:nvPr>
            <p:ph type="body" sz="quarter" idx="15" hasCustomPrompt="1"/>
          </p:nvPr>
        </p:nvSpPr>
        <p:spPr bwMode="gray">
          <a:xfrm>
            <a:off x="5397220"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8" name="Text Placeholder 9"/>
          <p:cNvSpPr>
            <a:spLocks noGrp="1"/>
          </p:cNvSpPr>
          <p:nvPr>
            <p:ph type="body" sz="quarter" idx="16" hasCustomPrompt="1"/>
          </p:nvPr>
        </p:nvSpPr>
        <p:spPr bwMode="gray">
          <a:xfrm>
            <a:off x="5397220"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11" name="Date Placeholder 2"/>
          <p:cNvSpPr>
            <a:spLocks noGrp="1"/>
          </p:cNvSpPr>
          <p:nvPr>
            <p:ph type="dt" sz="half" idx="17"/>
          </p:nvPr>
        </p:nvSpPr>
        <p:spPr>
          <a:xfrm>
            <a:off x="10848529" y="7077407"/>
            <a:ext cx="624070" cy="96011"/>
          </a:xfrm>
        </p:spPr>
        <p:txBody>
          <a:bodyPr/>
          <a:lstStyle>
            <a:lvl1pPr>
              <a:defRPr sz="300">
                <a:solidFill>
                  <a:schemeClr val="bg1">
                    <a:lumMod val="75000"/>
                    <a:alpha val="0"/>
                  </a:schemeClr>
                </a:solidFill>
              </a:defRPr>
            </a:lvl1pPr>
          </a:lstStyle>
          <a:p>
            <a:fld id="{1DAB84EA-0DE7-42BE-BB40-84BC121DC46D}" type="datetime1">
              <a:rPr lang="en-US" smtClean="0"/>
              <a:t>10/8/2025</a:t>
            </a:fld>
            <a:endParaRPr lang="en-US"/>
          </a:p>
        </p:txBody>
      </p:sp>
      <p:sp>
        <p:nvSpPr>
          <p:cNvPr id="13" name="Footer Placeholder 3"/>
          <p:cNvSpPr>
            <a:spLocks noGrp="1"/>
          </p:cNvSpPr>
          <p:nvPr>
            <p:ph type="ftr" sz="quarter" idx="18"/>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93609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Text Placeholder 10"/>
          <p:cNvSpPr>
            <a:spLocks noGrp="1"/>
          </p:cNvSpPr>
          <p:nvPr>
            <p:ph type="body" sz="quarter" idx="21" hasCustomPrompt="1"/>
          </p:nvPr>
        </p:nvSpPr>
        <p:spPr bwMode="gray">
          <a:xfrm>
            <a:off x="5645502" y="-1868912"/>
            <a:ext cx="2774401"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2" name="Title 1"/>
          <p:cNvSpPr>
            <a:spLocks noGrp="1"/>
          </p:cNvSpPr>
          <p:nvPr>
            <p:ph type="ctrTitle" hasCustomPrompt="1"/>
          </p:nvPr>
        </p:nvSpPr>
        <p:spPr bwMode="gray">
          <a:xfrm>
            <a:off x="1199458" y="1365253"/>
            <a:ext cx="5089163" cy="3983963"/>
          </a:xfrm>
        </p:spPr>
        <p:txBody>
          <a:bodyPr>
            <a:normAutofit/>
          </a:bodyPr>
          <a:lstStyle>
            <a:lvl1pPr>
              <a:defRPr sz="4800" spc="-150">
                <a:solidFill>
                  <a:schemeClr val="accent1"/>
                </a:solidFill>
              </a:defRPr>
            </a:lvl1pPr>
          </a:lstStyle>
          <a:p>
            <a:r>
              <a:rPr lang="en-US"/>
              <a:t>Use this slide to start a new chapter</a:t>
            </a:r>
          </a:p>
        </p:txBody>
      </p:sp>
      <p:pic>
        <p:nvPicPr>
          <p:cNvPr id="10"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900" baseline="0">
                <a:solidFill>
                  <a:schemeClr val="bg1"/>
                </a:solidFill>
              </a:defRPr>
            </a:lvl1pPr>
          </a:lstStyle>
          <a:p>
            <a:pPr lvl="0"/>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images</a:t>
            </a:r>
            <a:endParaRPr lang="en-US"/>
          </a:p>
        </p:txBody>
      </p:sp>
      <p:sp>
        <p:nvSpPr>
          <p:cNvPr id="9" name="Text Placeholder 10"/>
          <p:cNvSpPr>
            <a:spLocks noGrp="1"/>
          </p:cNvSpPr>
          <p:nvPr>
            <p:ph type="body" sz="quarter" idx="22" hasCustomPrompt="1"/>
          </p:nvPr>
        </p:nvSpPr>
        <p:spPr bwMode="gray">
          <a:xfrm>
            <a:off x="11482226" y="3894125"/>
            <a:ext cx="1262401"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8"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4940080B-7CF8-4FEA-96C3-146AF1F5E67F}" type="datetime1">
              <a:rPr lang="en-US" smtClean="0"/>
              <a:t>10/8/2025</a:t>
            </a:fld>
            <a:endParaRPr lang="en-US"/>
          </a:p>
        </p:txBody>
      </p:sp>
      <p:sp>
        <p:nvSpPr>
          <p:cNvPr id="11"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4053872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pic>
        <p:nvPicPr>
          <p:cNvPr id="10" name="Picture 24"/>
          <p:cNvPicPr>
            <a:picLocks noChangeAspect="1" noChangeArrowheads="1"/>
          </p:cNvPicPr>
          <p:nvPr userDrawn="1"/>
        </p:nvPicPr>
        <p:blipFill>
          <a:blip r:embed="rId3" cstate="hqprint">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6"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D0395947-0C4A-4D99-B1B3-B048D81E0E56}" type="datetime1">
              <a:rPr lang="en-US" smtClean="0"/>
              <a:t>10/8/2025</a:t>
            </a:fld>
            <a:endParaRPr lang="en-US"/>
          </a:p>
        </p:txBody>
      </p:sp>
      <p:sp>
        <p:nvSpPr>
          <p:cNvPr id="8"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7286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67" name="Text Placeholder 3096"/>
          <p:cNvSpPr>
            <a:spLocks noGrp="1"/>
          </p:cNvSpPr>
          <p:nvPr>
            <p:ph type="body" sz="quarter" idx="11" hasCustomPrompt="1"/>
          </p:nvPr>
        </p:nvSpPr>
        <p:spPr bwMode="gray">
          <a:xfrm>
            <a:off x="9510175" y="5888322"/>
            <a:ext cx="2232374"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400" b="0">
                <a:solidFill>
                  <a:schemeClr val="accent1"/>
                </a:solidFill>
              </a:defRPr>
            </a:lvl1pPr>
            <a:lvl2pPr marL="0" indent="0">
              <a:lnSpc>
                <a:spcPct val="100000"/>
              </a:lnSpc>
              <a:spcBef>
                <a:spcPts val="0"/>
              </a:spcBef>
              <a:spcAft>
                <a:spcPts val="0"/>
              </a:spcAft>
              <a:buFont typeface="Arial" panose="020B0604020202020204" pitchFamily="34" charset="0"/>
              <a:buNone/>
              <a:defRPr sz="400" b="0">
                <a:solidFill>
                  <a:schemeClr val="accent1"/>
                </a:solidFill>
              </a:defRPr>
            </a:lvl2pPr>
            <a:lvl3pPr marL="0" indent="0">
              <a:lnSpc>
                <a:spcPct val="100000"/>
              </a:lnSpc>
              <a:spcBef>
                <a:spcPts val="0"/>
              </a:spcBef>
              <a:spcAft>
                <a:spcPts val="0"/>
              </a:spcAft>
              <a:buNone/>
              <a:defRPr sz="400" b="0">
                <a:solidFill>
                  <a:schemeClr val="accent1"/>
                </a:solidFill>
              </a:defRPr>
            </a:lvl3pPr>
            <a:lvl4pPr marL="0" indent="0">
              <a:lnSpc>
                <a:spcPct val="100000"/>
              </a:lnSpc>
              <a:spcBef>
                <a:spcPts val="0"/>
              </a:spcBef>
              <a:spcAft>
                <a:spcPts val="0"/>
              </a:spcAft>
              <a:buNone/>
              <a:defRPr sz="400" b="0">
                <a:solidFill>
                  <a:schemeClr val="accent1"/>
                </a:solidFill>
              </a:defRPr>
            </a:lvl4pPr>
            <a:lvl5pPr marL="0" indent="0">
              <a:lnSpc>
                <a:spcPct val="100000"/>
              </a:lnSpc>
              <a:spcBef>
                <a:spcPts val="0"/>
              </a:spcBef>
              <a:spcAft>
                <a:spcPts val="0"/>
              </a:spcAft>
              <a:buNone/>
              <a:defRPr sz="400" b="0">
                <a:solidFill>
                  <a:schemeClr val="accent1"/>
                </a:solidFill>
              </a:defRPr>
            </a:lvl5pPr>
            <a:lvl6pPr marL="0" indent="0">
              <a:lnSpc>
                <a:spcPct val="100000"/>
              </a:lnSpc>
              <a:spcBef>
                <a:spcPts val="0"/>
              </a:spcBef>
              <a:spcAft>
                <a:spcPts val="0"/>
              </a:spcAft>
              <a:buFont typeface="Arial" panose="020B0604020202020204" pitchFamily="34" charset="0"/>
              <a:buNone/>
              <a:defRPr sz="400" b="0">
                <a:solidFill>
                  <a:schemeClr val="accent1"/>
                </a:solidFill>
              </a:defRPr>
            </a:lvl6pPr>
            <a:lvl7pPr marL="0" indent="0">
              <a:lnSpc>
                <a:spcPct val="100000"/>
              </a:lnSpc>
              <a:spcBef>
                <a:spcPts val="0"/>
              </a:spcBef>
              <a:spcAft>
                <a:spcPts val="0"/>
              </a:spcAft>
              <a:buFont typeface="Arial" panose="020B0604020202020204" pitchFamily="34" charset="0"/>
              <a:buNone/>
              <a:defRPr sz="400" b="0">
                <a:solidFill>
                  <a:schemeClr val="accent1"/>
                </a:solidFill>
              </a:defRPr>
            </a:lvl7pPr>
            <a:lvl8pPr marL="0" indent="0">
              <a:lnSpc>
                <a:spcPct val="100000"/>
              </a:lnSpc>
              <a:spcBef>
                <a:spcPts val="0"/>
              </a:spcBef>
              <a:spcAft>
                <a:spcPts val="0"/>
              </a:spcAft>
              <a:buFont typeface="Arial" panose="020B0604020202020204" pitchFamily="34" charset="0"/>
              <a:buNone/>
              <a:defRPr sz="400" b="0">
                <a:solidFill>
                  <a:schemeClr val="accent1"/>
                </a:solidFill>
              </a:defRPr>
            </a:lvl8pPr>
            <a:lvl9pPr marL="0" indent="0">
              <a:lnSpc>
                <a:spcPct val="100000"/>
              </a:lnSpc>
              <a:spcBef>
                <a:spcPts val="0"/>
              </a:spcBef>
              <a:spcAft>
                <a:spcPts val="0"/>
              </a:spcAft>
              <a:buFont typeface="Arial" panose="020B0604020202020204" pitchFamily="34" charset="0"/>
              <a:buNone/>
              <a:defRPr sz="400" b="0">
                <a:solidFill>
                  <a:schemeClr val="accent1"/>
                </a:solidFill>
              </a:defRPr>
            </a:lvl9pPr>
          </a:lstStyle>
          <a:p>
            <a:pPr lvl="0"/>
            <a:r>
              <a:rPr lang="de-DE"/>
              <a:t> </a:t>
            </a:r>
          </a:p>
        </p:txBody>
      </p:sp>
      <p:sp>
        <p:nvSpPr>
          <p:cNvPr id="6"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sp>
        <p:nvSpPr>
          <p:cNvPr id="7" name="Date Placeholder 2"/>
          <p:cNvSpPr>
            <a:spLocks noGrp="1"/>
          </p:cNvSpPr>
          <p:nvPr>
            <p:ph type="dt" sz="half" idx="12"/>
          </p:nvPr>
        </p:nvSpPr>
        <p:spPr>
          <a:xfrm>
            <a:off x="10848529" y="7077407"/>
            <a:ext cx="624070" cy="96011"/>
          </a:xfrm>
        </p:spPr>
        <p:txBody>
          <a:bodyPr/>
          <a:lstStyle>
            <a:lvl1pPr>
              <a:defRPr sz="300">
                <a:solidFill>
                  <a:schemeClr val="bg1">
                    <a:lumMod val="75000"/>
                    <a:alpha val="0"/>
                  </a:schemeClr>
                </a:solidFill>
              </a:defRPr>
            </a:lvl1pPr>
          </a:lstStyle>
          <a:p>
            <a:fld id="{610ECAB1-3030-46E4-B230-86448E7590CF}" type="datetime1">
              <a:rPr lang="en-US" smtClean="0"/>
              <a:t>10/8/2025</a:t>
            </a:fld>
            <a:endParaRPr lang="en-US"/>
          </a:p>
        </p:txBody>
      </p:sp>
      <p:sp>
        <p:nvSpPr>
          <p:cNvPr id="8" name="Footer Placeholder 3"/>
          <p:cNvSpPr>
            <a:spLocks noGrp="1"/>
          </p:cNvSpPr>
          <p:nvPr>
            <p:ph type="ftr" sz="quarter" idx="13"/>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4"/>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55816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bg bwMode="ltGray">
      <p:bgPr>
        <a:solidFill>
          <a:schemeClr val="tx2"/>
        </a:solid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6" y="1365251"/>
            <a:ext cx="7633396" cy="1007632"/>
          </a:xfrm>
        </p:spPr>
        <p:txBody>
          <a:bodyPr/>
          <a:lstStyle>
            <a:lvl1pPr>
              <a:defRPr sz="6000" spc="-150">
                <a:solidFill>
                  <a:schemeClr val="accent1"/>
                </a:solidFill>
              </a:defRPr>
            </a:lvl1pPr>
          </a:lstStyle>
          <a:p>
            <a:r>
              <a:rPr lang="en-US"/>
              <a:t>Content.</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Text Placeholder 9"/>
          <p:cNvSpPr>
            <a:spLocks noGrp="1"/>
          </p:cNvSpPr>
          <p:nvPr>
            <p:ph type="body" sz="quarter" idx="13"/>
          </p:nvPr>
        </p:nvSpPr>
        <p:spPr bwMode="gray">
          <a:xfrm>
            <a:off x="1509185" y="2372786"/>
            <a:ext cx="7323666" cy="3649133"/>
          </a:xfrm>
        </p:spPr>
        <p:txBody>
          <a:bodyPr/>
          <a:lstStyle>
            <a:lvl1pPr marL="358775" indent="-358775">
              <a:lnSpc>
                <a:spcPct val="80000"/>
              </a:lnSpc>
              <a:spcBef>
                <a:spcPts val="0"/>
              </a:spcBef>
              <a:spcAft>
                <a:spcPts val="800"/>
              </a:spcAft>
              <a:buClr>
                <a:schemeClr val="accent1"/>
              </a:buClr>
              <a:buSzPct val="100000"/>
              <a:buFont typeface="+mj-lt"/>
              <a:buAutoNum type="arabicPeriod"/>
              <a:defRPr sz="1400" b="0">
                <a:solidFill>
                  <a:schemeClr val="accent1"/>
                </a:solidFill>
              </a:defRPr>
            </a:lvl1pPr>
            <a:lvl2pPr marL="540000" indent="-180000">
              <a:lnSpc>
                <a:spcPct val="80000"/>
              </a:lnSpc>
              <a:spcBef>
                <a:spcPts val="0"/>
              </a:spcBef>
              <a:spcAft>
                <a:spcPts val="800"/>
              </a:spcAft>
              <a:buClr>
                <a:schemeClr val="accent1"/>
              </a:buClr>
              <a:buSzPct val="100000"/>
              <a:buFont typeface="Arial" panose="020B0604020202020204" pitchFamily="34" charset="0"/>
              <a:buChar char="•"/>
              <a:defRPr sz="1400" b="0" baseline="0">
                <a:solidFill>
                  <a:schemeClr val="accent1"/>
                </a:solidFill>
              </a:defRPr>
            </a:lvl2pPr>
            <a:lvl3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3pPr>
            <a:lvl4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4pPr>
            <a:lvl5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5pPr>
            <a:lvl6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6pPr>
            <a:lvl7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7pPr>
            <a:lvl8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8pPr>
            <a:lvl9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9pPr>
          </a:lstStyle>
          <a:p>
            <a:pPr lvl="0"/>
            <a:r>
              <a:rPr lang="en-US"/>
              <a:t>Click to edit Master text styles</a:t>
            </a:r>
          </a:p>
          <a:p>
            <a:pPr lvl="1"/>
            <a:r>
              <a:rPr lang="de-DE"/>
              <a:t>Second </a:t>
            </a:r>
            <a:r>
              <a:rPr lang="de-DE" err="1"/>
              <a:t>layer</a:t>
            </a:r>
            <a:r>
              <a:rPr lang="de-DE"/>
              <a:t> </a:t>
            </a:r>
            <a:r>
              <a:rPr lang="de-DE" err="1"/>
              <a:t>is</a:t>
            </a:r>
            <a:r>
              <a:rPr lang="de-DE"/>
              <a:t> a </a:t>
            </a:r>
            <a:r>
              <a:rPr lang="de-DE" err="1"/>
              <a:t>bullet</a:t>
            </a:r>
            <a:r>
              <a:rPr lang="de-DE"/>
              <a:t> </a:t>
            </a:r>
            <a:r>
              <a:rPr lang="de-DE" err="1"/>
              <a:t>point</a:t>
            </a:r>
            <a:endParaRPr lang="en-US"/>
          </a:p>
        </p:txBody>
      </p:sp>
      <p:sp>
        <p:nvSpPr>
          <p:cNvPr id="7"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5C8BBDEF-2DC1-4750-B3B2-55BC79A366B0}" type="datetime1">
              <a:rPr lang="en-US" smtClean="0"/>
              <a:t>10/8/2025</a:t>
            </a:fld>
            <a:endParaRPr lang="en-US"/>
          </a:p>
        </p:txBody>
      </p:sp>
      <p:sp>
        <p:nvSpPr>
          <p:cNvPr id="8"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69413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F4AB256-EB6B-4C1B-86EF-F24405B35844}"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270000" indent="-270000">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de-DE" err="1"/>
              <a:t>sdaf</a:t>
            </a:r>
            <a:endParaRPr lang="de-DE"/>
          </a:p>
          <a:p>
            <a:pPr lvl="6"/>
            <a:r>
              <a:rPr lang="de-DE" err="1"/>
              <a:t>adsf</a:t>
            </a:r>
            <a:endParaRPr lang="de-DE"/>
          </a:p>
          <a:p>
            <a:pPr lvl="7"/>
            <a:r>
              <a:rPr lang="de-DE" err="1"/>
              <a:t>asdf</a:t>
            </a:r>
            <a:endParaRPr lang="en-US"/>
          </a:p>
        </p:txBody>
      </p:sp>
    </p:spTree>
    <p:custDataLst>
      <p:tags r:id="rId1"/>
    </p:custDataLst>
    <p:extLst>
      <p:ext uri="{BB962C8B-B14F-4D97-AF65-F5344CB8AC3E}">
        <p14:creationId xmlns:p14="http://schemas.microsoft.com/office/powerpoint/2010/main" val="377670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373D06AB-66FA-45D9-B9B1-4D77C73D29CD}"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2762054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3" name="Rectangle 2"/>
          <p:cNvSpPr/>
          <p:nvPr userDrawn="1"/>
        </p:nvSpPr>
        <p:spPr bwMode="gray">
          <a:xfrm>
            <a:off x="9023352" y="0"/>
            <a:ext cx="31686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200"/>
              </a:spcBef>
              <a:spcAft>
                <a:spcPts val="200"/>
              </a:spcAft>
            </a:pPr>
            <a:endParaRPr lang="en-US" sz="1100">
              <a:solidFill>
                <a:schemeClr val="bg1"/>
              </a:solidFill>
            </a:endParaRPr>
          </a:p>
        </p:txBody>
      </p:sp>
      <p:sp>
        <p:nvSpPr>
          <p:cNvPr id="10" name="Picture Placeholder 3"/>
          <p:cNvSpPr>
            <a:spLocks noGrp="1"/>
          </p:cNvSpPr>
          <p:nvPr>
            <p:ph type="pic" sz="quarter" idx="13" hasCustomPrompt="1"/>
          </p:nvPr>
        </p:nvSpPr>
        <p:spPr bwMode="gray">
          <a:xfrm>
            <a:off x="9023352" y="0"/>
            <a:ext cx="3168649" cy="6858000"/>
          </a:xfrm>
          <a:prstGeom prst="rect">
            <a:avLst/>
          </a:prstGeom>
          <a:no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2" y="452969"/>
            <a:ext cx="8401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tx1"/>
                </a:solidFill>
              </a:defRPr>
            </a:lvl1pPr>
          </a:lstStyle>
          <a:p>
            <a:fld id="{F3ED177E-D72F-4503-BA38-AFAF2EE69C99}"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2" y="1701800"/>
            <a:ext cx="8401051"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0"/>
          <p:cNvSpPr>
            <a:spLocks noGrp="1"/>
          </p:cNvSpPr>
          <p:nvPr>
            <p:ph type="body" sz="quarter" idx="15" hasCustomPrompt="1"/>
          </p:nvPr>
        </p:nvSpPr>
        <p:spPr bwMode="gray">
          <a:xfrm>
            <a:off x="8086541" y="5335799"/>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5" name="Text Placeholder 10"/>
          <p:cNvSpPr>
            <a:spLocks noGrp="1"/>
          </p:cNvSpPr>
          <p:nvPr>
            <p:ph type="body" sz="quarter" idx="18" hasCustomPrompt="1"/>
          </p:nvPr>
        </p:nvSpPr>
        <p:spPr bwMode="gray">
          <a:xfrm>
            <a:off x="8656883" y="5437767"/>
            <a:ext cx="723857" cy="723857"/>
          </a:xfrm>
          <a:prstGeom prst="ellipse">
            <a:avLst/>
          </a:prstGeom>
          <a:solidFill>
            <a:schemeClr val="tx2"/>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
        <p:nvSpPr>
          <p:cNvPr id="16" name="Text Placeholder 10"/>
          <p:cNvSpPr>
            <a:spLocks noGrp="1"/>
          </p:cNvSpPr>
          <p:nvPr>
            <p:ph type="body" sz="quarter" idx="20" hasCustomPrompt="1"/>
          </p:nvPr>
        </p:nvSpPr>
        <p:spPr bwMode="gray">
          <a:xfrm>
            <a:off x="8669515" y="4781625"/>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7" name="Text Placeholder 10"/>
          <p:cNvSpPr>
            <a:spLocks noGrp="1"/>
          </p:cNvSpPr>
          <p:nvPr>
            <p:ph type="body" sz="quarter" idx="21" hasCustomPrompt="1"/>
          </p:nvPr>
        </p:nvSpPr>
        <p:spPr bwMode="gray">
          <a:xfrm>
            <a:off x="8727246" y="6424372"/>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2" hasCustomPrompt="1"/>
          </p:nvPr>
        </p:nvSpPr>
        <p:spPr bwMode="gray">
          <a:xfrm>
            <a:off x="9117814" y="3794075"/>
            <a:ext cx="321601" cy="321600"/>
          </a:xfrm>
          <a:prstGeom prst="ellipse">
            <a:avLst/>
          </a:prstGeom>
          <a:solidFill>
            <a:schemeClr val="tx2"/>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1420478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1" name="Rectangle 10"/>
          <p:cNvSpPr/>
          <p:nvPr userDrawn="1"/>
        </p:nvSpPr>
        <p:spPr bwMode="gray">
          <a:xfrm>
            <a:off x="6096002"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200"/>
              </a:spcBef>
              <a:spcAft>
                <a:spcPts val="200"/>
              </a:spcAft>
            </a:pPr>
            <a:endParaRPr lang="en-US" sz="1100">
              <a:solidFill>
                <a:schemeClr val="bg1"/>
              </a:solidFill>
            </a:endParaRPr>
          </a:p>
        </p:txBody>
      </p:sp>
      <p:sp>
        <p:nvSpPr>
          <p:cNvPr id="10" name="Picture Placeholder 3"/>
          <p:cNvSpPr>
            <a:spLocks noGrp="1"/>
          </p:cNvSpPr>
          <p:nvPr>
            <p:ph type="pic" sz="quarter" idx="13" hasCustomPrompt="1"/>
          </p:nvPr>
        </p:nvSpPr>
        <p:spPr bwMode="gray">
          <a:xfrm>
            <a:off x="6096001" y="0"/>
            <a:ext cx="6096001" cy="6858000"/>
          </a:xfrm>
          <a:prstGeom prst="rect">
            <a:avLst/>
          </a:prstGeom>
          <a:no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7" name="Text Placeholder 6"/>
          <p:cNvSpPr>
            <a:spLocks noGrp="1"/>
          </p:cNvSpPr>
          <p:nvPr>
            <p:ph type="body" sz="quarter" idx="14"/>
          </p:nvPr>
        </p:nvSpPr>
        <p:spPr bwMode="gray">
          <a:xfrm>
            <a:off x="431801" y="1701800"/>
            <a:ext cx="5471586" cy="4320117"/>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p:cNvSpPr>
            <a:spLocks noGrp="1"/>
          </p:cNvSpPr>
          <p:nvPr>
            <p:ph type="body" sz="quarter" idx="18" hasCustomPrompt="1"/>
          </p:nvPr>
        </p:nvSpPr>
        <p:spPr bwMode="gray">
          <a:xfrm>
            <a:off x="5829359" y="5316750"/>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3" name="Text Placeholder 10"/>
          <p:cNvSpPr>
            <a:spLocks noGrp="1"/>
          </p:cNvSpPr>
          <p:nvPr>
            <p:ph type="body" sz="quarter" idx="20" hasCustomPrompt="1"/>
          </p:nvPr>
        </p:nvSpPr>
        <p:spPr bwMode="gray">
          <a:xfrm>
            <a:off x="6412333" y="4762576"/>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4" name="Text Placeholder 10"/>
          <p:cNvSpPr>
            <a:spLocks noGrp="1"/>
          </p:cNvSpPr>
          <p:nvPr>
            <p:ph type="body" sz="quarter" idx="21" hasCustomPrompt="1"/>
          </p:nvPr>
        </p:nvSpPr>
        <p:spPr bwMode="gray">
          <a:xfrm>
            <a:off x="6470064" y="6405323"/>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3" name="Date Placeholder 2"/>
          <p:cNvSpPr>
            <a:spLocks noGrp="1"/>
          </p:cNvSpPr>
          <p:nvPr>
            <p:ph type="dt" sz="half" idx="22"/>
          </p:nvPr>
        </p:nvSpPr>
        <p:spPr bwMode="gray"/>
        <p:txBody>
          <a:bodyPr/>
          <a:lstStyle>
            <a:lvl1pPr>
              <a:defRPr>
                <a:solidFill>
                  <a:schemeClr val="tx1"/>
                </a:solidFill>
              </a:defRPr>
            </a:lvl1pPr>
          </a:lstStyle>
          <a:p>
            <a:fld id="{1D78020A-04C2-40F2-8551-A8E2FC3A5915}" type="datetime1">
              <a:rPr lang="en-US" smtClean="0"/>
              <a:t>10/8/2025</a:t>
            </a:fld>
            <a:endParaRPr lang="en-US"/>
          </a:p>
        </p:txBody>
      </p:sp>
      <p:sp>
        <p:nvSpPr>
          <p:cNvPr id="8" name="Footer Placeholder 7"/>
          <p:cNvSpPr>
            <a:spLocks noGrp="1"/>
          </p:cNvSpPr>
          <p:nvPr>
            <p:ph type="ftr" sz="quarter" idx="23"/>
          </p:nvPr>
        </p:nvSpPr>
        <p:spPr bwMode="gray"/>
        <p:txBody>
          <a:bodyPr/>
          <a:lstStyle>
            <a:lvl1pPr>
              <a:defRPr>
                <a:solidFill>
                  <a:schemeClr val="tx1"/>
                </a:solidFill>
              </a:defRPr>
            </a:lvl1pPr>
          </a:lstStyle>
          <a:p>
            <a:r>
              <a:rPr lang="en-US"/>
              <a:t>Title of the presentation</a:t>
            </a:r>
          </a:p>
        </p:txBody>
      </p:sp>
      <p:sp>
        <p:nvSpPr>
          <p:cNvPr id="9" name="Slide Number Placeholder 8"/>
          <p:cNvSpPr>
            <a:spLocks noGrp="1"/>
          </p:cNvSpPr>
          <p:nvPr>
            <p:ph type="sldNum" sz="quarter" idx="24"/>
          </p:nvPr>
        </p:nvSpPr>
        <p:spPr bwMode="gray"/>
        <p:txBody>
          <a:bodyPr/>
          <a:lstStyle>
            <a:lvl1pPr>
              <a:defRPr>
                <a:solidFill>
                  <a:schemeClr val="tx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0118059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1" name="Rectangle 10"/>
          <p:cNvSpPr/>
          <p:nvPr userDrawn="1"/>
        </p:nvSpPr>
        <p:spPr bwMode="gray">
          <a:xfrm>
            <a:off x="3168652" y="0"/>
            <a:ext cx="90233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200"/>
              </a:spcBef>
              <a:spcAft>
                <a:spcPts val="200"/>
              </a:spcAft>
            </a:pPr>
            <a:endParaRPr lang="en-US" sz="1100">
              <a:solidFill>
                <a:schemeClr val="bg1"/>
              </a:solidFill>
            </a:endParaRPr>
          </a:p>
        </p:txBody>
      </p:sp>
      <p:sp>
        <p:nvSpPr>
          <p:cNvPr id="12" name="Picture Placeholder 3"/>
          <p:cNvSpPr>
            <a:spLocks noGrp="1"/>
          </p:cNvSpPr>
          <p:nvPr>
            <p:ph type="pic" sz="quarter" idx="13" hasCustomPrompt="1"/>
          </p:nvPr>
        </p:nvSpPr>
        <p:spPr bwMode="gray">
          <a:xfrm>
            <a:off x="3168652" y="0"/>
            <a:ext cx="9023351" cy="6858000"/>
          </a:xfrm>
          <a:prstGeom prst="rect">
            <a:avLst/>
          </a:prstGeom>
          <a:no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2544233"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tx1"/>
                </a:solidFill>
              </a:defRPr>
            </a:lvl1pPr>
          </a:lstStyle>
          <a:p>
            <a:fld id="{6095AA36-821A-4977-8436-29C8F5740639}"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10"/>
          <p:cNvSpPr>
            <a:spLocks noGrp="1"/>
          </p:cNvSpPr>
          <p:nvPr>
            <p:ph type="body" sz="quarter" idx="17" hasCustomPrompt="1"/>
          </p:nvPr>
        </p:nvSpPr>
        <p:spPr bwMode="gray">
          <a:xfrm>
            <a:off x="4203701" y="3476629"/>
            <a:ext cx="2832101" cy="2832099"/>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6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14" name="Text Placeholder 10"/>
          <p:cNvSpPr>
            <a:spLocks noGrp="1"/>
          </p:cNvSpPr>
          <p:nvPr>
            <p:ph type="body" sz="quarter" idx="21" hasCustomPrompt="1"/>
          </p:nvPr>
        </p:nvSpPr>
        <p:spPr bwMode="gray">
          <a:xfrm>
            <a:off x="2895601" y="5818719"/>
            <a:ext cx="1622401"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2061339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8" name="Rectangle 7"/>
          <p:cNvSpPr/>
          <p:nvPr userDrawn="1"/>
        </p:nvSpPr>
        <p:spPr>
          <a:xfrm>
            <a:off x="3168652" y="0"/>
            <a:ext cx="90233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200"/>
              </a:spcBef>
              <a:spcAft>
                <a:spcPts val="200"/>
              </a:spcAft>
            </a:pPr>
            <a:endParaRPr lang="en-US" sz="1100">
              <a:solidFill>
                <a:schemeClr val="bg1"/>
              </a:solidFill>
            </a:endParaRPr>
          </a:p>
        </p:txBody>
      </p:sp>
      <p:sp>
        <p:nvSpPr>
          <p:cNvPr id="10" name="Picture Placeholder 3"/>
          <p:cNvSpPr>
            <a:spLocks noGrp="1"/>
          </p:cNvSpPr>
          <p:nvPr>
            <p:ph type="pic" sz="quarter" idx="13" hasCustomPrompt="1"/>
          </p:nvPr>
        </p:nvSpPr>
        <p:spPr bwMode="gray">
          <a:xfrm>
            <a:off x="3168652" y="0"/>
            <a:ext cx="9023351" cy="6858000"/>
          </a:xfrm>
          <a:prstGeom prst="rect">
            <a:avLst/>
          </a:prstGeom>
          <a:no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tx1"/>
                </a:solidFill>
              </a:defRPr>
            </a:lvl1pPr>
          </a:lstStyle>
          <a:p>
            <a:fld id="{9D8FD7EF-A361-45C2-84F0-F87C373439C0}"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213692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solidFill>
                  <a:schemeClr val="bg1"/>
                </a:solidFill>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16B28F82-EFB1-4555-AACC-5A7B650C598B}"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041024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50" y="453221"/>
            <a:ext cx="5568953" cy="5568445"/>
          </a:xfrm>
          <a:prstGeom prst="ellipse">
            <a:avLst/>
          </a:prstGeom>
          <a:solidFill>
            <a:schemeClr val="bg1"/>
          </a:solid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0" name="Text Placeholder 10"/>
          <p:cNvSpPr>
            <a:spLocks noGrp="1"/>
          </p:cNvSpPr>
          <p:nvPr>
            <p:ph type="body" sz="quarter" idx="19" hasCustomPrompt="1"/>
          </p:nvPr>
        </p:nvSpPr>
        <p:spPr bwMode="gray">
          <a:xfrm>
            <a:off x="6336893" y="4342268"/>
            <a:ext cx="1622401" cy="16224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1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6"/>
          </p:nvPr>
        </p:nvSpPr>
        <p:spPr bwMode="gray"/>
        <p:txBody>
          <a:bodyPr/>
          <a:lstStyle/>
          <a:p>
            <a:fld id="{350AE2FE-97DF-4E12-96D7-06347BF5F248}"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037402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70" y="453221"/>
            <a:ext cx="5568953" cy="5568445"/>
          </a:xfrm>
          <a:prstGeom prst="ellipse">
            <a:avLst/>
          </a:prstGeom>
          <a:solidFill>
            <a:schemeClr val="bg1"/>
          </a:solid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71"/>
            <a:ext cx="2544234" cy="3312583"/>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3" name="Date Placeholder 2"/>
          <p:cNvSpPr>
            <a:spLocks noGrp="1"/>
          </p:cNvSpPr>
          <p:nvPr>
            <p:ph type="dt" sz="half" idx="16"/>
          </p:nvPr>
        </p:nvSpPr>
        <p:spPr bwMode="gray"/>
        <p:txBody>
          <a:bodyPr/>
          <a:lstStyle/>
          <a:p>
            <a:fld id="{B8BBEA06-7C2A-4C24-9397-328F3C04EBF9}"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3" name="Text Placeholder 10"/>
          <p:cNvSpPr>
            <a:spLocks noGrp="1"/>
          </p:cNvSpPr>
          <p:nvPr>
            <p:ph type="body" sz="quarter" idx="20" hasCustomPrompt="1"/>
          </p:nvPr>
        </p:nvSpPr>
        <p:spPr bwMode="gray">
          <a:xfrm>
            <a:off x="3138170" y="3237441"/>
            <a:ext cx="2160001" cy="21600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4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Tree>
    <p:custDataLst>
      <p:tags r:id="rId1"/>
    </p:custDataLst>
    <p:extLst>
      <p:ext uri="{BB962C8B-B14F-4D97-AF65-F5344CB8AC3E}">
        <p14:creationId xmlns:p14="http://schemas.microsoft.com/office/powerpoint/2010/main" val="3494483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3"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8"/>
          </p:nvPr>
        </p:nvSpPr>
        <p:spPr bwMode="gray"/>
        <p:txBody>
          <a:bodyPr/>
          <a:lstStyle/>
          <a:p>
            <a:fld id="{5A8EF612-7F9F-4053-9BEB-408A190A3F05}" type="datetime1">
              <a:rPr lang="en-US" smtClean="0"/>
              <a:t>10/8/2025</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14" name="Picture Placeholder 3"/>
          <p:cNvSpPr>
            <a:spLocks noGrp="1"/>
          </p:cNvSpPr>
          <p:nvPr>
            <p:ph type="pic" sz="quarter" idx="17" hasCustomPrompt="1"/>
          </p:nvPr>
        </p:nvSpPr>
        <p:spPr bwMode="gray">
          <a:xfrm>
            <a:off x="7537659" y="454925"/>
            <a:ext cx="4224000" cy="4224000"/>
          </a:xfrm>
          <a:prstGeom prst="ellipse">
            <a:avLst/>
          </a:prstGeom>
          <a:solidFill>
            <a:schemeClr val="bg1"/>
          </a:solid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7" name="Picture Placeholder 3"/>
          <p:cNvSpPr>
            <a:spLocks noGrp="1"/>
          </p:cNvSpPr>
          <p:nvPr>
            <p:ph type="pic" sz="quarter" idx="13" hasCustomPrompt="1"/>
          </p:nvPr>
        </p:nvSpPr>
        <p:spPr bwMode="gray">
          <a:xfrm>
            <a:off x="3679427" y="2128204"/>
            <a:ext cx="3168000" cy="3168000"/>
          </a:xfrm>
          <a:prstGeom prst="ellipse">
            <a:avLst/>
          </a:prstGeom>
          <a:solidFill>
            <a:schemeClr val="bg1"/>
          </a:solidFill>
        </p:spPr>
        <p:txBody>
          <a:bodyPr tIns="0" bIns="720000" anchor="ctr" anchorCtr="0"/>
          <a:lstStyle>
            <a:lvl1pPr algn="ctr">
              <a:defRPr sz="900" baseline="0">
                <a:solidFill>
                  <a:schemeClr val="tx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1" name="Text Placeholder 4"/>
          <p:cNvSpPr>
            <a:spLocks noGrp="1"/>
          </p:cNvSpPr>
          <p:nvPr>
            <p:ph type="body" sz="quarter" idx="22"/>
          </p:nvPr>
        </p:nvSpPr>
        <p:spPr>
          <a:xfrm>
            <a:off x="6474190" y="4965174"/>
            <a:ext cx="2741775" cy="1056747"/>
          </a:xfrm>
        </p:spPr>
        <p:txBody>
          <a:bodyPr>
            <a:noAutofit/>
          </a:bodyPr>
          <a:lstStyle>
            <a:lvl1pPr algn="l">
              <a:defRPr sz="1000" b="1">
                <a:solidFill>
                  <a:schemeClr val="accent1"/>
                </a:solidFill>
              </a:defRPr>
            </a:lvl1pPr>
            <a:lvl2pPr marL="0" indent="0" algn="l">
              <a:lnSpc>
                <a:spcPct val="90000"/>
              </a:lnSpc>
              <a:spcBef>
                <a:spcPts val="200"/>
              </a:spcBef>
              <a:spcAft>
                <a:spcPts val="200"/>
              </a:spcAft>
              <a:buFont typeface="Arial" panose="020B0604020202020204" pitchFamily="34" charset="0"/>
              <a:buNone/>
              <a:defRPr sz="1000" b="0">
                <a:solidFill>
                  <a:schemeClr val="bg1"/>
                </a:solidFill>
              </a:defRPr>
            </a:lvl2pPr>
            <a:lvl3pPr marL="0" indent="0" algn="l">
              <a:lnSpc>
                <a:spcPct val="90000"/>
              </a:lnSpc>
              <a:spcBef>
                <a:spcPts val="200"/>
              </a:spcBef>
              <a:spcAft>
                <a:spcPts val="200"/>
              </a:spcAft>
              <a:buNone/>
              <a:defRPr sz="1000" b="0">
                <a:solidFill>
                  <a:schemeClr val="bg1"/>
                </a:solidFill>
              </a:defRPr>
            </a:lvl3pPr>
            <a:lvl4pPr marL="0" indent="0" algn="l">
              <a:lnSpc>
                <a:spcPct val="90000"/>
              </a:lnSpc>
              <a:spcBef>
                <a:spcPts val="200"/>
              </a:spcBef>
              <a:spcAft>
                <a:spcPts val="200"/>
              </a:spcAft>
              <a:buNone/>
              <a:defRPr sz="1000" b="0">
                <a:solidFill>
                  <a:schemeClr val="bg1"/>
                </a:solidFill>
              </a:defRPr>
            </a:lvl4pPr>
            <a:lvl5pPr marL="0" indent="0" algn="l">
              <a:lnSpc>
                <a:spcPct val="90000"/>
              </a:lnSpc>
              <a:spcBef>
                <a:spcPts val="200"/>
              </a:spcBef>
              <a:spcAft>
                <a:spcPts val="200"/>
              </a:spcAft>
              <a:buNone/>
              <a:defRPr sz="1000" b="0">
                <a:solidFill>
                  <a:schemeClr val="bg1"/>
                </a:solidFill>
              </a:defRPr>
            </a:lvl5pPr>
            <a:lvl6pPr marL="0" indent="0">
              <a:lnSpc>
                <a:spcPct val="90000"/>
              </a:lnSpc>
              <a:spcBef>
                <a:spcPts val="200"/>
              </a:spcBef>
              <a:spcAft>
                <a:spcPts val="200"/>
              </a:spcAft>
              <a:buFont typeface="Arial" panose="020B0604020202020204" pitchFamily="34" charset="0"/>
              <a:buNone/>
              <a:defRPr sz="1000" b="0">
                <a:solidFill>
                  <a:schemeClr val="bg1"/>
                </a:solidFill>
              </a:defRPr>
            </a:lvl6pPr>
            <a:lvl7pPr marL="0" indent="0">
              <a:lnSpc>
                <a:spcPct val="90000"/>
              </a:lnSpc>
              <a:spcBef>
                <a:spcPts val="200"/>
              </a:spcBef>
              <a:spcAft>
                <a:spcPts val="200"/>
              </a:spcAft>
              <a:buFont typeface="Arial" panose="020B0604020202020204" pitchFamily="34" charset="0"/>
              <a:buNone/>
              <a:defRPr sz="1000" b="0">
                <a:solidFill>
                  <a:schemeClr val="bg1"/>
                </a:solidFill>
              </a:defRPr>
            </a:lvl7pPr>
            <a:lvl8pPr marL="0" indent="0">
              <a:lnSpc>
                <a:spcPct val="90000"/>
              </a:lnSpc>
              <a:spcBef>
                <a:spcPts val="200"/>
              </a:spcBef>
              <a:spcAft>
                <a:spcPts val="200"/>
              </a:spcAft>
              <a:buFont typeface="Arial" panose="020B0604020202020204" pitchFamily="34" charset="0"/>
              <a:buNone/>
              <a:defRPr sz="1000" b="0">
                <a:solidFill>
                  <a:schemeClr val="bg1"/>
                </a:solidFill>
              </a:defRPr>
            </a:lvl8pPr>
            <a:lvl9pPr marL="0" indent="0">
              <a:lnSpc>
                <a:spcPct val="90000"/>
              </a:lnSpc>
              <a:spcBef>
                <a:spcPts val="200"/>
              </a:spcBef>
              <a:spcAft>
                <a:spcPts val="200"/>
              </a:spcAft>
              <a:buFont typeface="Arial" panose="020B0604020202020204" pitchFamily="34" charset="0"/>
              <a:buNone/>
              <a:defRPr sz="1000" b="0">
                <a:solidFill>
                  <a:schemeClr val="bg1"/>
                </a:solidFill>
              </a:defRPr>
            </a:lvl9pPr>
          </a:lstStyle>
          <a:p>
            <a:pPr lvl="0"/>
            <a:r>
              <a:rPr lang="en-US"/>
              <a:t>Click to edit Master text styles</a:t>
            </a:r>
          </a:p>
          <a:p>
            <a:pPr lvl="1"/>
            <a:r>
              <a:rPr lang="en-US"/>
              <a:t>Second level</a:t>
            </a:r>
          </a:p>
        </p:txBody>
      </p:sp>
      <p:sp>
        <p:nvSpPr>
          <p:cNvPr id="22" name="Text Placeholder 4"/>
          <p:cNvSpPr>
            <a:spLocks noGrp="1"/>
          </p:cNvSpPr>
          <p:nvPr>
            <p:ph type="body" sz="quarter" idx="24"/>
          </p:nvPr>
        </p:nvSpPr>
        <p:spPr>
          <a:xfrm>
            <a:off x="5088676" y="861482"/>
            <a:ext cx="2464211" cy="1127356"/>
          </a:xfrm>
        </p:spPr>
        <p:txBody>
          <a:bodyPr>
            <a:noAutofit/>
          </a:bodyPr>
          <a:lstStyle>
            <a:lvl1pPr algn="r">
              <a:defRPr sz="1000" b="1">
                <a:solidFill>
                  <a:schemeClr val="accent1"/>
                </a:solidFill>
              </a:defRPr>
            </a:lvl1pPr>
            <a:lvl2pPr marL="0" indent="0" algn="r">
              <a:lnSpc>
                <a:spcPct val="90000"/>
              </a:lnSpc>
              <a:spcBef>
                <a:spcPts val="200"/>
              </a:spcBef>
              <a:spcAft>
                <a:spcPts val="200"/>
              </a:spcAft>
              <a:buFont typeface="Arial" panose="020B0604020202020204" pitchFamily="34" charset="0"/>
              <a:buNone/>
              <a:defRPr sz="1000" b="0">
                <a:solidFill>
                  <a:schemeClr val="bg1"/>
                </a:solidFill>
              </a:defRPr>
            </a:lvl2pPr>
            <a:lvl3pPr marL="0" indent="0" algn="r">
              <a:lnSpc>
                <a:spcPct val="90000"/>
              </a:lnSpc>
              <a:spcBef>
                <a:spcPts val="200"/>
              </a:spcBef>
              <a:spcAft>
                <a:spcPts val="200"/>
              </a:spcAft>
              <a:buNone/>
              <a:defRPr sz="1000" b="0">
                <a:solidFill>
                  <a:schemeClr val="bg1"/>
                </a:solidFill>
              </a:defRPr>
            </a:lvl3pPr>
            <a:lvl4pPr marL="0" indent="0" algn="r">
              <a:lnSpc>
                <a:spcPct val="90000"/>
              </a:lnSpc>
              <a:spcBef>
                <a:spcPts val="200"/>
              </a:spcBef>
              <a:spcAft>
                <a:spcPts val="200"/>
              </a:spcAft>
              <a:buNone/>
              <a:defRPr sz="1000" b="0">
                <a:solidFill>
                  <a:schemeClr val="bg1"/>
                </a:solidFill>
              </a:defRPr>
            </a:lvl4pPr>
            <a:lvl5pPr marL="0" indent="0" algn="r">
              <a:lnSpc>
                <a:spcPct val="90000"/>
              </a:lnSpc>
              <a:spcBef>
                <a:spcPts val="200"/>
              </a:spcBef>
              <a:spcAft>
                <a:spcPts val="200"/>
              </a:spcAft>
              <a:buNone/>
              <a:defRPr sz="1000" b="0">
                <a:solidFill>
                  <a:schemeClr val="bg1"/>
                </a:solidFill>
              </a:defRPr>
            </a:lvl5pPr>
            <a:lvl6pPr marL="0" indent="0" algn="r">
              <a:lnSpc>
                <a:spcPct val="90000"/>
              </a:lnSpc>
              <a:spcBef>
                <a:spcPts val="200"/>
              </a:spcBef>
              <a:spcAft>
                <a:spcPts val="200"/>
              </a:spcAft>
              <a:buFont typeface="Arial" panose="020B0604020202020204" pitchFamily="34" charset="0"/>
              <a:buNone/>
              <a:defRPr sz="1000" b="0">
                <a:solidFill>
                  <a:schemeClr val="bg1"/>
                </a:solidFill>
              </a:defRPr>
            </a:lvl6pPr>
            <a:lvl7pPr marL="0" indent="0" algn="r">
              <a:lnSpc>
                <a:spcPct val="90000"/>
              </a:lnSpc>
              <a:spcBef>
                <a:spcPts val="200"/>
              </a:spcBef>
              <a:spcAft>
                <a:spcPts val="200"/>
              </a:spcAft>
              <a:buFont typeface="Arial" panose="020B0604020202020204" pitchFamily="34" charset="0"/>
              <a:buNone/>
              <a:defRPr sz="1000" b="0">
                <a:solidFill>
                  <a:schemeClr val="bg1"/>
                </a:solidFill>
              </a:defRPr>
            </a:lvl7pPr>
            <a:lvl8pPr marL="0" indent="0" algn="r">
              <a:lnSpc>
                <a:spcPct val="90000"/>
              </a:lnSpc>
              <a:spcBef>
                <a:spcPts val="200"/>
              </a:spcBef>
              <a:spcAft>
                <a:spcPts val="200"/>
              </a:spcAft>
              <a:buFont typeface="Arial" panose="020B0604020202020204" pitchFamily="34" charset="0"/>
              <a:buNone/>
              <a:defRPr sz="1000" b="0">
                <a:solidFill>
                  <a:schemeClr val="bg1"/>
                </a:solidFill>
              </a:defRPr>
            </a:lvl8pPr>
            <a:lvl9pPr marL="0" indent="0" algn="r">
              <a:lnSpc>
                <a:spcPct val="90000"/>
              </a:lnSpc>
              <a:spcBef>
                <a:spcPts val="200"/>
              </a:spcBef>
              <a:spcAft>
                <a:spcPts val="200"/>
              </a:spcAft>
              <a:buFont typeface="Arial" panose="020B0604020202020204" pitchFamily="34" charset="0"/>
              <a:buNone/>
              <a:defRPr sz="1000" b="0">
                <a:solidFill>
                  <a:schemeClr val="bg1"/>
                </a:solidFill>
              </a:defRPr>
            </a:lvl9pPr>
          </a:lstStyle>
          <a:p>
            <a:pPr lvl="0"/>
            <a:r>
              <a:rPr lang="en-US"/>
              <a:t>Click to edit Master text styles</a:t>
            </a:r>
          </a:p>
          <a:p>
            <a:pPr lvl="1"/>
            <a:r>
              <a:rPr lang="en-US"/>
              <a:t>Second level</a:t>
            </a:r>
          </a:p>
        </p:txBody>
      </p:sp>
    </p:spTree>
    <p:custDataLst>
      <p:tags r:id="rId1"/>
    </p:custDataLst>
    <p:extLst>
      <p:ext uri="{BB962C8B-B14F-4D97-AF65-F5344CB8AC3E}">
        <p14:creationId xmlns:p14="http://schemas.microsoft.com/office/powerpoint/2010/main" val="524359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3" cy="912284"/>
          </a:xfrm>
        </p:spPr>
        <p:txBody>
          <a:bodyPr/>
          <a:lstStyle>
            <a:lvl1pPr>
              <a:defRPr/>
            </a:lvl1pPr>
          </a:lstStyle>
          <a:p>
            <a:r>
              <a:rPr lang="en-US"/>
              <a:t>Video </a:t>
            </a:r>
            <a:br>
              <a:rPr lang="en-US"/>
            </a:br>
            <a:r>
              <a:rPr lang="en-US"/>
              <a:t>Slide</a:t>
            </a:r>
          </a:p>
        </p:txBody>
      </p:sp>
      <p:sp>
        <p:nvSpPr>
          <p:cNvPr id="6"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bwMode="gray">
          <a:xfrm>
            <a:off x="3359153"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Media Placeholder 8"/>
          <p:cNvSpPr>
            <a:spLocks noGrp="1"/>
          </p:cNvSpPr>
          <p:nvPr>
            <p:ph type="media" sz="quarter" idx="15" hasCustomPrompt="1"/>
          </p:nvPr>
        </p:nvSpPr>
        <p:spPr bwMode="gray">
          <a:xfrm>
            <a:off x="3359153" y="452967"/>
            <a:ext cx="8401051" cy="5568952"/>
          </a:xfrm>
          <a:solidFill>
            <a:schemeClr val="tx1">
              <a:lumMod val="85000"/>
              <a:lumOff val="15000"/>
            </a:schemeClr>
          </a:solidFill>
        </p:spPr>
        <p:txBody>
          <a:bodyPr bIns="720000" anchor="ctr"/>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insert</a:t>
            </a:r>
            <a:r>
              <a:rPr lang="de-DE"/>
              <a:t> a </a:t>
            </a:r>
            <a:r>
              <a:rPr lang="de-DE" err="1"/>
              <a:t>video</a:t>
            </a:r>
            <a:endParaRPr lang="en-US"/>
          </a:p>
        </p:txBody>
      </p:sp>
      <p:sp>
        <p:nvSpPr>
          <p:cNvPr id="18" name="Date Placeholder 17"/>
          <p:cNvSpPr>
            <a:spLocks noGrp="1"/>
          </p:cNvSpPr>
          <p:nvPr>
            <p:ph type="dt" sz="half" idx="16"/>
          </p:nvPr>
        </p:nvSpPr>
        <p:spPr bwMode="gray"/>
        <p:txBody>
          <a:bodyPr/>
          <a:lstStyle/>
          <a:p>
            <a:fld id="{4C954A8B-17D2-45D2-A2D7-8F2622384A5D}" type="datetime1">
              <a:rPr lang="en-US" smtClean="0"/>
              <a:t>10/8/2025</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6951404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Slide">
    <p:bg bwMode="ltGray">
      <p:bgPr>
        <a:solidFill>
          <a:schemeClr val="tx2"/>
        </a:solid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8" y="1365251"/>
            <a:ext cx="5089163" cy="1007632"/>
          </a:xfrm>
        </p:spPr>
        <p:txBody>
          <a:bodyPr/>
          <a:lstStyle>
            <a:lvl1pPr>
              <a:defRPr sz="6000" spc="-150">
                <a:solidFill>
                  <a:schemeClr val="accent1"/>
                </a:solidFill>
              </a:defRPr>
            </a:lvl1pPr>
          </a:lstStyle>
          <a:p>
            <a:r>
              <a:rPr lang="en-US"/>
              <a:t>Contact.</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Rectangle 17"/>
          <p:cNvSpPr>
            <a:spLocks noChangeArrowheads="1"/>
          </p:cNvSpPr>
          <p:nvPr userDrawn="1"/>
        </p:nvSpPr>
        <p:spPr bwMode="gray">
          <a:xfrm>
            <a:off x="1510095" y="4341567"/>
            <a:ext cx="10250106" cy="1968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sz="600" b="1" kern="1200">
                <a:solidFill>
                  <a:schemeClr val="tx1"/>
                </a:solidFill>
                <a:effectLst/>
                <a:cs typeface="Arial" panose="020B0604020202020204" pitchFamily="34" charset="0"/>
              </a:rPr>
              <a:t>About Dr. Reddy’s</a:t>
            </a:r>
            <a:r>
              <a:rPr lang="en-US" sz="600" kern="1200">
                <a:solidFill>
                  <a:schemeClr val="tx1"/>
                </a:solidFill>
                <a:effectLst/>
                <a:cs typeface="Arial" panose="020B0604020202020204" pitchFamily="34" charset="0"/>
              </a:rPr>
              <a:t>: Dr. Reddy’s Laboratories Ltd.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biosimilars and differentiated formulations. Our major therapeutic areas of focus are gastro-intestinal, cardiovascular, diabetology, oncology, pain management and anti-</a:t>
            </a:r>
            <a:r>
              <a:rPr lang="en-US" sz="600" kern="1200" err="1">
                <a:solidFill>
                  <a:schemeClr val="tx1"/>
                </a:solidFill>
                <a:effectLst/>
                <a:cs typeface="Arial" panose="020B0604020202020204" pitchFamily="34" charset="0"/>
              </a:rPr>
              <a:t>infectives</a:t>
            </a:r>
            <a:r>
              <a:rPr lang="en-US" sz="600" kern="1200">
                <a:solidFill>
                  <a:schemeClr val="tx1"/>
                </a:solidFill>
                <a:effectLst/>
                <a:cs typeface="Arial" panose="020B0604020202020204" pitchFamily="34" charset="0"/>
              </a:rPr>
              <a:t>. Dr. Reddy’s operates in markets across the globe. Our major markets include – USA, Russia &amp; CIS, Venezuela and India. For more information, log on to: </a:t>
            </a:r>
            <a:r>
              <a:rPr lang="en-US" sz="600" kern="1200">
                <a:solidFill>
                  <a:schemeClr val="tx1"/>
                </a:solidFill>
                <a:effectLst/>
                <a:cs typeface="Arial" panose="020B0604020202020204" pitchFamily="34" charset="0"/>
                <a:hlinkClick r:id="rId4"/>
              </a:rPr>
              <a:t>www.drreddys.com</a:t>
            </a:r>
            <a:endParaRPr lang="en-US" sz="600" kern="1200">
              <a:solidFill>
                <a:schemeClr val="tx1"/>
              </a:solidFill>
              <a:effectLst/>
              <a:cs typeface="Arial" panose="020B0604020202020204" pitchFamily="34" charset="0"/>
            </a:endParaRPr>
          </a:p>
          <a:p>
            <a:endParaRPr lang="en-US" sz="600" b="1" kern="1200">
              <a:solidFill>
                <a:schemeClr val="tx1"/>
              </a:solidFill>
              <a:effectLst/>
              <a:cs typeface="Arial" panose="020B0604020202020204" pitchFamily="34" charset="0"/>
            </a:endParaRPr>
          </a:p>
          <a:p>
            <a:r>
              <a:rPr lang="en-US" sz="600" b="1" kern="1200">
                <a:solidFill>
                  <a:schemeClr val="tx1"/>
                </a:solidFill>
                <a:effectLst/>
                <a:cs typeface="Arial" panose="020B0604020202020204" pitchFamily="34" charset="0"/>
              </a:rPr>
              <a:t>Disclaimer: </a:t>
            </a:r>
            <a:r>
              <a:rPr lang="en-US" sz="600" kern="1200">
                <a:solidFill>
                  <a:schemeClr val="tx1"/>
                </a:solidFill>
                <a:effectLst/>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(i)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a:t>
            </a:r>
            <a:r>
              <a:rPr lang="en-US" sz="600" kern="1200" err="1">
                <a:solidFill>
                  <a:schemeClr val="tx1"/>
                </a:solidFill>
                <a:effectLst/>
                <a:cs typeface="Arial" panose="020B0604020202020204" pitchFamily="34" charset="0"/>
              </a:rPr>
              <a:t>reorganisation</a:t>
            </a:r>
            <a:r>
              <a:rPr lang="en-US" sz="600" kern="1200">
                <a:solidFill>
                  <a:schemeClr val="tx1"/>
                </a:solidFill>
                <a:effectLst/>
                <a:cs typeface="Arial" panose="020B0604020202020204" pitchFamily="34" charset="0"/>
              </a:rPr>
              <a:t> , including related integration issues.</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 </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The company assumes no obligation to update any information contained herein.</a:t>
            </a:r>
          </a:p>
          <a:p>
            <a:endParaRPr lang="de-DE" sz="600">
              <a:solidFill>
                <a:schemeClr val="tx1"/>
              </a:solidFill>
              <a:cs typeface="Arial" panose="020B0604020202020204" pitchFamily="34" charset="0"/>
            </a:endParaRPr>
          </a:p>
          <a:p>
            <a:r>
              <a:rPr lang="en-IN" sz="600" b="1">
                <a:solidFill>
                  <a:schemeClr val="tx1"/>
                </a:solidFill>
                <a:cs typeface="Arial" panose="020B0604020202020204" pitchFamily="34" charset="0"/>
              </a:rPr>
              <a:t>Registered Office: </a:t>
            </a:r>
            <a:r>
              <a:rPr lang="en-IN" sz="600" err="1">
                <a:solidFill>
                  <a:schemeClr val="tx1"/>
                </a:solidFill>
                <a:cs typeface="Arial" panose="020B0604020202020204" pitchFamily="34" charset="0"/>
              </a:rPr>
              <a:t>Dr.</a:t>
            </a:r>
            <a:r>
              <a:rPr lang="en-IN" sz="600">
                <a:solidFill>
                  <a:schemeClr val="tx1"/>
                </a:solidFill>
                <a:cs typeface="Arial" panose="020B0604020202020204" pitchFamily="34" charset="0"/>
              </a:rPr>
              <a:t> Reddy’s Laboratories Ltd. 8-2-337 | Road No. 3, </a:t>
            </a:r>
            <a:r>
              <a:rPr lang="en-IN" sz="600" err="1">
                <a:solidFill>
                  <a:schemeClr val="tx1"/>
                </a:solidFill>
                <a:cs typeface="Arial" panose="020B0604020202020204" pitchFamily="34" charset="0"/>
              </a:rPr>
              <a:t>Banjara</a:t>
            </a:r>
            <a:r>
              <a:rPr lang="en-IN" sz="600">
                <a:solidFill>
                  <a:schemeClr val="tx1"/>
                </a:solidFill>
                <a:cs typeface="Arial" panose="020B0604020202020204" pitchFamily="34" charset="0"/>
              </a:rPr>
              <a:t> Hills, Hyderabad - 500034, Telangana, India. </a:t>
            </a:r>
          </a:p>
          <a:p>
            <a:r>
              <a:rPr lang="en-IN" sz="600">
                <a:solidFill>
                  <a:schemeClr val="tx1"/>
                </a:solidFill>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3" name="Text Placeholder 9"/>
          <p:cNvSpPr>
            <a:spLocks noGrp="1"/>
          </p:cNvSpPr>
          <p:nvPr>
            <p:ph type="body" sz="quarter" idx="11" hasCustomPrompt="1"/>
          </p:nvPr>
        </p:nvSpPr>
        <p:spPr bwMode="gray">
          <a:xfrm>
            <a:off x="1525076"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4" name="Text Placeholder 9"/>
          <p:cNvSpPr>
            <a:spLocks noGrp="1"/>
          </p:cNvSpPr>
          <p:nvPr>
            <p:ph type="body" sz="quarter" idx="12" hasCustomPrompt="1"/>
          </p:nvPr>
        </p:nvSpPr>
        <p:spPr bwMode="gray">
          <a:xfrm>
            <a:off x="1525076"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26" name="Text Placeholder 9"/>
          <p:cNvSpPr>
            <a:spLocks noGrp="1"/>
          </p:cNvSpPr>
          <p:nvPr>
            <p:ph type="body" sz="quarter" idx="14" hasCustomPrompt="1"/>
          </p:nvPr>
        </p:nvSpPr>
        <p:spPr bwMode="gray">
          <a:xfrm>
            <a:off x="5397220"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7" name="Text Placeholder 9"/>
          <p:cNvSpPr>
            <a:spLocks noGrp="1"/>
          </p:cNvSpPr>
          <p:nvPr>
            <p:ph type="body" sz="quarter" idx="15" hasCustomPrompt="1"/>
          </p:nvPr>
        </p:nvSpPr>
        <p:spPr bwMode="gray">
          <a:xfrm>
            <a:off x="5397220"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8" name="Text Placeholder 9"/>
          <p:cNvSpPr>
            <a:spLocks noGrp="1"/>
          </p:cNvSpPr>
          <p:nvPr>
            <p:ph type="body" sz="quarter" idx="16" hasCustomPrompt="1"/>
          </p:nvPr>
        </p:nvSpPr>
        <p:spPr bwMode="gray">
          <a:xfrm>
            <a:off x="5397220"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11" name="Date Placeholder 2"/>
          <p:cNvSpPr>
            <a:spLocks noGrp="1"/>
          </p:cNvSpPr>
          <p:nvPr>
            <p:ph type="dt" sz="half" idx="17"/>
          </p:nvPr>
        </p:nvSpPr>
        <p:spPr>
          <a:xfrm>
            <a:off x="10848529" y="7077407"/>
            <a:ext cx="624070" cy="96011"/>
          </a:xfrm>
        </p:spPr>
        <p:txBody>
          <a:bodyPr/>
          <a:lstStyle>
            <a:lvl1pPr>
              <a:defRPr sz="300">
                <a:solidFill>
                  <a:schemeClr val="bg1">
                    <a:lumMod val="75000"/>
                    <a:alpha val="0"/>
                  </a:schemeClr>
                </a:solidFill>
              </a:defRPr>
            </a:lvl1pPr>
          </a:lstStyle>
          <a:p>
            <a:fld id="{93B27D99-092F-4CEC-91CF-2DD243C43F99}" type="datetime1">
              <a:rPr lang="en-US" smtClean="0"/>
              <a:t>10/8/2025</a:t>
            </a:fld>
            <a:endParaRPr lang="en-US"/>
          </a:p>
        </p:txBody>
      </p:sp>
      <p:sp>
        <p:nvSpPr>
          <p:cNvPr id="13" name="Footer Placeholder 3"/>
          <p:cNvSpPr>
            <a:spLocks noGrp="1"/>
          </p:cNvSpPr>
          <p:nvPr>
            <p:ph type="ftr" sz="quarter" idx="18"/>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947143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Slide">
    <p:bg bwMode="ltGray">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199458" y="1365253"/>
            <a:ext cx="5089163" cy="3983963"/>
          </a:xfrm>
        </p:spPr>
        <p:txBody>
          <a:bodyPr>
            <a:normAutofit/>
          </a:bodyPr>
          <a:lstStyle>
            <a:lvl1pPr>
              <a:defRPr sz="4800" spc="-150">
                <a:solidFill>
                  <a:schemeClr val="accent1"/>
                </a:solidFill>
              </a:defRPr>
            </a:lvl1pPr>
          </a:lstStyle>
          <a:p>
            <a:r>
              <a:rPr lang="en-US"/>
              <a:t>Use this slide to start a new chapter</a:t>
            </a:r>
          </a:p>
        </p:txBody>
      </p:sp>
      <p:pic>
        <p:nvPicPr>
          <p:cNvPr id="10"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7" name="Text Placeholder 10"/>
          <p:cNvSpPr>
            <a:spLocks noGrp="1"/>
          </p:cNvSpPr>
          <p:nvPr>
            <p:ph type="body" sz="quarter" idx="21" hasCustomPrompt="1"/>
          </p:nvPr>
        </p:nvSpPr>
        <p:spPr bwMode="gray">
          <a:xfrm>
            <a:off x="5645502" y="-1868912"/>
            <a:ext cx="2774401"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8" name="Text Placeholder 10"/>
          <p:cNvSpPr>
            <a:spLocks noGrp="1"/>
          </p:cNvSpPr>
          <p:nvPr>
            <p:ph type="body" sz="quarter" idx="22" hasCustomPrompt="1"/>
          </p:nvPr>
        </p:nvSpPr>
        <p:spPr bwMode="gray">
          <a:xfrm>
            <a:off x="11482226" y="3894125"/>
            <a:ext cx="1262401"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9"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C5BF03B6-9BCD-41CF-807E-97C13FAE5FD4}" type="datetime1">
              <a:rPr lang="en-US" smtClean="0"/>
              <a:t>10/8/2025</a:t>
            </a:fld>
            <a:endParaRPr lang="en-US"/>
          </a:p>
        </p:txBody>
      </p:sp>
      <p:sp>
        <p:nvSpPr>
          <p:cNvPr id="11"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475417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pic>
        <p:nvPicPr>
          <p:cNvPr id="10" name="Picture 24"/>
          <p:cNvPicPr>
            <a:picLocks noChangeAspect="1" noChangeArrowheads="1"/>
          </p:cNvPicPr>
          <p:nvPr userDrawn="1"/>
        </p:nvPicPr>
        <p:blipFill>
          <a:blip r:embed="rId3" cstate="hqprint">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gray">
          <a:xfrm>
            <a:off x="9509570" y="5883230"/>
            <a:ext cx="2250631" cy="490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Speaker, Date, Location</a:t>
            </a:r>
          </a:p>
        </p:txBody>
      </p:sp>
      <p:sp>
        <p:nvSpPr>
          <p:cNvPr id="3"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2BDAF14C-55C0-4FB7-8670-808BA7F24B13}" type="datetime1">
              <a:rPr lang="en-US" smtClean="0"/>
              <a:t>10/8/2025</a:t>
            </a:fld>
            <a:endParaRPr lang="en-US"/>
          </a:p>
        </p:txBody>
      </p:sp>
      <p:sp>
        <p:nvSpPr>
          <p:cNvPr id="4"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5"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904728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Speaker, Date, Location</a:t>
            </a:r>
          </a:p>
        </p:txBody>
      </p:sp>
      <p:sp>
        <p:nvSpPr>
          <p:cNvPr id="67" name="Text Placeholder 3096"/>
          <p:cNvSpPr>
            <a:spLocks noGrp="1"/>
          </p:cNvSpPr>
          <p:nvPr>
            <p:ph type="body" sz="quarter" idx="11" hasCustomPrompt="1"/>
          </p:nvPr>
        </p:nvSpPr>
        <p:spPr bwMode="gray">
          <a:xfrm>
            <a:off x="9510174" y="5888320"/>
            <a:ext cx="2232375"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533" b="0">
                <a:solidFill>
                  <a:schemeClr val="accent1"/>
                </a:solidFill>
              </a:defRPr>
            </a:lvl1pPr>
            <a:lvl2pPr marL="0" indent="0">
              <a:lnSpc>
                <a:spcPct val="100000"/>
              </a:lnSpc>
              <a:spcBef>
                <a:spcPts val="0"/>
              </a:spcBef>
              <a:spcAft>
                <a:spcPts val="0"/>
              </a:spcAft>
              <a:buFont typeface="Arial" panose="020B0604020202020204" pitchFamily="34" charset="0"/>
              <a:buNone/>
              <a:defRPr sz="533" b="0">
                <a:solidFill>
                  <a:schemeClr val="accent1"/>
                </a:solidFill>
              </a:defRPr>
            </a:lvl2pPr>
            <a:lvl3pPr marL="0" indent="0">
              <a:lnSpc>
                <a:spcPct val="100000"/>
              </a:lnSpc>
              <a:spcBef>
                <a:spcPts val="0"/>
              </a:spcBef>
              <a:spcAft>
                <a:spcPts val="0"/>
              </a:spcAft>
              <a:buNone/>
              <a:defRPr sz="533" b="0">
                <a:solidFill>
                  <a:schemeClr val="accent1"/>
                </a:solidFill>
              </a:defRPr>
            </a:lvl3pPr>
            <a:lvl4pPr marL="0" indent="0">
              <a:lnSpc>
                <a:spcPct val="100000"/>
              </a:lnSpc>
              <a:spcBef>
                <a:spcPts val="0"/>
              </a:spcBef>
              <a:spcAft>
                <a:spcPts val="0"/>
              </a:spcAft>
              <a:buNone/>
              <a:defRPr sz="533" b="0">
                <a:solidFill>
                  <a:schemeClr val="accent1"/>
                </a:solidFill>
              </a:defRPr>
            </a:lvl4pPr>
            <a:lvl5pPr marL="0" indent="0">
              <a:lnSpc>
                <a:spcPct val="100000"/>
              </a:lnSpc>
              <a:spcBef>
                <a:spcPts val="0"/>
              </a:spcBef>
              <a:spcAft>
                <a:spcPts val="0"/>
              </a:spcAft>
              <a:buNone/>
              <a:defRPr sz="533" b="0">
                <a:solidFill>
                  <a:schemeClr val="accent1"/>
                </a:solidFill>
              </a:defRPr>
            </a:lvl5pPr>
            <a:lvl6pPr marL="0" indent="0">
              <a:lnSpc>
                <a:spcPct val="100000"/>
              </a:lnSpc>
              <a:spcBef>
                <a:spcPts val="0"/>
              </a:spcBef>
              <a:spcAft>
                <a:spcPts val="0"/>
              </a:spcAft>
              <a:buFont typeface="Arial" panose="020B0604020202020204" pitchFamily="34" charset="0"/>
              <a:buNone/>
              <a:defRPr sz="533" b="0">
                <a:solidFill>
                  <a:schemeClr val="accent1"/>
                </a:solidFill>
              </a:defRPr>
            </a:lvl6pPr>
            <a:lvl7pPr marL="0" indent="0">
              <a:lnSpc>
                <a:spcPct val="100000"/>
              </a:lnSpc>
              <a:spcBef>
                <a:spcPts val="0"/>
              </a:spcBef>
              <a:spcAft>
                <a:spcPts val="0"/>
              </a:spcAft>
              <a:buFont typeface="Arial" panose="020B0604020202020204" pitchFamily="34" charset="0"/>
              <a:buNone/>
              <a:defRPr sz="533" b="0">
                <a:solidFill>
                  <a:schemeClr val="accent1"/>
                </a:solidFill>
              </a:defRPr>
            </a:lvl7pPr>
            <a:lvl8pPr marL="0" indent="0">
              <a:lnSpc>
                <a:spcPct val="100000"/>
              </a:lnSpc>
              <a:spcBef>
                <a:spcPts val="0"/>
              </a:spcBef>
              <a:spcAft>
                <a:spcPts val="0"/>
              </a:spcAft>
              <a:buFont typeface="Arial" panose="020B0604020202020204" pitchFamily="34" charset="0"/>
              <a:buNone/>
              <a:defRPr sz="533" b="0">
                <a:solidFill>
                  <a:schemeClr val="accent1"/>
                </a:solidFill>
              </a:defRPr>
            </a:lvl8pPr>
            <a:lvl9pPr marL="0" indent="0">
              <a:lnSpc>
                <a:spcPct val="100000"/>
              </a:lnSpc>
              <a:spcBef>
                <a:spcPts val="0"/>
              </a:spcBef>
              <a:spcAft>
                <a:spcPts val="0"/>
              </a:spcAft>
              <a:buFont typeface="Arial" panose="020B0604020202020204" pitchFamily="34" charset="0"/>
              <a:buNone/>
              <a:defRPr sz="533" b="0">
                <a:solidFill>
                  <a:schemeClr val="accent1"/>
                </a:solidFill>
              </a:defRPr>
            </a:lvl9pPr>
          </a:lstStyle>
          <a:p>
            <a:pPr lvl="0"/>
            <a:r>
              <a:rPr lang="de-DE"/>
              <a:t> </a:t>
            </a:r>
          </a:p>
        </p:txBody>
      </p:sp>
      <p:sp>
        <p:nvSpPr>
          <p:cNvPr id="6"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sp>
        <p:nvSpPr>
          <p:cNvPr id="10" name="Date Placeholder 2"/>
          <p:cNvSpPr>
            <a:spLocks noGrp="1"/>
          </p:cNvSpPr>
          <p:nvPr>
            <p:ph type="dt" sz="half" idx="12"/>
          </p:nvPr>
        </p:nvSpPr>
        <p:spPr>
          <a:xfrm>
            <a:off x="10848530" y="7077405"/>
            <a:ext cx="624069" cy="96011"/>
          </a:xfrm>
        </p:spPr>
        <p:txBody>
          <a:bodyPr/>
          <a:lstStyle>
            <a:lvl1pPr>
              <a:defRPr sz="400">
                <a:solidFill>
                  <a:schemeClr val="bg1">
                    <a:lumMod val="75000"/>
                    <a:alpha val="0"/>
                  </a:schemeClr>
                </a:solidFill>
              </a:defRPr>
            </a:lvl1pPr>
          </a:lstStyle>
          <a:p>
            <a:fld id="{843532AC-5C6E-48ED-9C2D-72CE0CAA70EB}" type="datetime1">
              <a:rPr lang="en-US" smtClean="0"/>
              <a:t>10/8/2025</a:t>
            </a:fld>
            <a:endParaRPr lang="en-US"/>
          </a:p>
        </p:txBody>
      </p:sp>
      <p:sp>
        <p:nvSpPr>
          <p:cNvPr id="12" name="Footer Placeholder 3"/>
          <p:cNvSpPr>
            <a:spLocks noGrp="1"/>
          </p:cNvSpPr>
          <p:nvPr>
            <p:ph type="ftr" sz="quarter" idx="13"/>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3" name="Slide Number Placeholder 4"/>
          <p:cNvSpPr>
            <a:spLocks noGrp="1"/>
          </p:cNvSpPr>
          <p:nvPr>
            <p:ph type="sldNum" sz="quarter" idx="14"/>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779675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7633396" cy="1007632"/>
          </a:xfrm>
        </p:spPr>
        <p:txBody>
          <a:bodyPr/>
          <a:lstStyle>
            <a:lvl1pPr>
              <a:defRPr sz="8000" spc="-200">
                <a:solidFill>
                  <a:schemeClr val="accent1"/>
                </a:solidFill>
              </a:defRPr>
            </a:lvl1pPr>
          </a:lstStyle>
          <a:p>
            <a:r>
              <a:rPr lang="en-US"/>
              <a:t>Content.</a:t>
            </a:r>
          </a:p>
        </p:txBody>
      </p:sp>
      <p:sp>
        <p:nvSpPr>
          <p:cNvPr id="11" name="Text Placeholder 9"/>
          <p:cNvSpPr>
            <a:spLocks noGrp="1"/>
          </p:cNvSpPr>
          <p:nvPr>
            <p:ph type="body" sz="quarter" idx="13"/>
          </p:nvPr>
        </p:nvSpPr>
        <p:spPr bwMode="gray">
          <a:xfrm>
            <a:off x="1509184" y="2372784"/>
            <a:ext cx="7323667" cy="3649133"/>
          </a:xfrm>
        </p:spPr>
        <p:txBody>
          <a:bodyPr/>
          <a:lstStyle>
            <a:lvl1pPr marL="478355" indent="-478355">
              <a:lnSpc>
                <a:spcPct val="80000"/>
              </a:lnSpc>
              <a:spcBef>
                <a:spcPts val="0"/>
              </a:spcBef>
              <a:spcAft>
                <a:spcPts val="1067"/>
              </a:spcAft>
              <a:buClr>
                <a:schemeClr val="accent1"/>
              </a:buClr>
              <a:buSzPct val="100000"/>
              <a:buFont typeface="+mj-lt"/>
              <a:buAutoNum type="arabicPeriod"/>
              <a:defRPr sz="1867" b="0">
                <a:solidFill>
                  <a:schemeClr val="accent1"/>
                </a:solidFill>
              </a:defRPr>
            </a:lvl1pPr>
            <a:lvl2pPr marL="719982" indent="-239994">
              <a:lnSpc>
                <a:spcPct val="80000"/>
              </a:lnSpc>
              <a:spcBef>
                <a:spcPts val="0"/>
              </a:spcBef>
              <a:spcAft>
                <a:spcPts val="1067"/>
              </a:spcAft>
              <a:buClr>
                <a:schemeClr val="accent1"/>
              </a:buClr>
              <a:buSzPct val="100000"/>
              <a:buFont typeface="Arial" panose="020B0604020202020204" pitchFamily="34" charset="0"/>
              <a:buChar char="•"/>
              <a:defRPr sz="1867" b="0" baseline="0">
                <a:solidFill>
                  <a:schemeClr val="accent1"/>
                </a:solidFill>
              </a:defRPr>
            </a:lvl2pPr>
            <a:lvl3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3pPr>
            <a:lvl4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4pPr>
            <a:lvl5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5pPr>
            <a:lvl6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6pPr>
            <a:lvl7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7pPr>
            <a:lvl8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8pPr>
            <a:lvl9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9pPr>
          </a:lstStyle>
          <a:p>
            <a:pPr lvl="0"/>
            <a:r>
              <a:rPr lang="en-US"/>
              <a:t>Click to edit Master text styles</a:t>
            </a:r>
          </a:p>
          <a:p>
            <a:pPr lvl="1"/>
            <a:r>
              <a:rPr lang="en-US"/>
              <a:t>Second level</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0" y="5883230"/>
            <a:ext cx="2250631"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5D5E1061-CA30-4BA7-9D4A-35AA00C33585}" type="datetime1">
              <a:rPr lang="en-US" smtClean="0"/>
              <a:t>10/8/2025</a:t>
            </a:fld>
            <a:endParaRPr lang="en-US"/>
          </a:p>
        </p:txBody>
      </p:sp>
      <p:sp>
        <p:nvSpPr>
          <p:cNvPr id="7"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8"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082083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B26A9AC-32EF-4C29-A2D7-C4503E40BA6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359991" indent="-359991">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794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3D5BD56-788B-4337-B147-3C027DDF980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2498063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9023352" y="0"/>
            <a:ext cx="3168649"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8401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D35BDD1F-C475-43DB-BE05-7999FF5EE60E}"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8401051"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0"/>
          <p:cNvSpPr>
            <a:spLocks noGrp="1"/>
          </p:cNvSpPr>
          <p:nvPr>
            <p:ph type="body" sz="quarter" idx="15" hasCustomPrompt="1"/>
          </p:nvPr>
        </p:nvSpPr>
        <p:spPr bwMode="gray">
          <a:xfrm>
            <a:off x="8086541" y="5335797"/>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21" name="Text Placeholder 10"/>
          <p:cNvSpPr>
            <a:spLocks noGrp="1"/>
          </p:cNvSpPr>
          <p:nvPr>
            <p:ph type="body" sz="quarter" idx="18" hasCustomPrompt="1"/>
          </p:nvPr>
        </p:nvSpPr>
        <p:spPr bwMode="gray">
          <a:xfrm>
            <a:off x="8656883" y="5437765"/>
            <a:ext cx="723856" cy="723857"/>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a:t> </a:t>
            </a:r>
          </a:p>
        </p:txBody>
      </p:sp>
      <p:sp>
        <p:nvSpPr>
          <p:cNvPr id="14" name="Text Placeholder 10"/>
          <p:cNvSpPr>
            <a:spLocks noGrp="1"/>
          </p:cNvSpPr>
          <p:nvPr>
            <p:ph type="body" sz="quarter" idx="20" hasCustomPrompt="1"/>
          </p:nvPr>
        </p:nvSpPr>
        <p:spPr bwMode="gray">
          <a:xfrm>
            <a:off x="8669515" y="4781625"/>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16" name="Text Placeholder 10"/>
          <p:cNvSpPr>
            <a:spLocks noGrp="1"/>
          </p:cNvSpPr>
          <p:nvPr>
            <p:ph type="body" sz="quarter" idx="21" hasCustomPrompt="1"/>
          </p:nvPr>
        </p:nvSpPr>
        <p:spPr bwMode="gray">
          <a:xfrm>
            <a:off x="8727245" y="6424372"/>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2" hasCustomPrompt="1"/>
          </p:nvPr>
        </p:nvSpPr>
        <p:spPr bwMode="gray">
          <a:xfrm>
            <a:off x="9117813" y="3794075"/>
            <a:ext cx="321600" cy="321600"/>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3470756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6096000" y="0"/>
            <a:ext cx="6096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0FD64B73-134F-4950-820A-2E672B5838FD}"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5471585" cy="4320117"/>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p:cNvSpPr>
            <a:spLocks noGrp="1"/>
          </p:cNvSpPr>
          <p:nvPr>
            <p:ph type="body" sz="quarter" idx="18" hasCustomPrompt="1"/>
          </p:nvPr>
        </p:nvSpPr>
        <p:spPr bwMode="gray">
          <a:xfrm>
            <a:off x="5829359" y="5316748"/>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0" hasCustomPrompt="1"/>
          </p:nvPr>
        </p:nvSpPr>
        <p:spPr bwMode="gray">
          <a:xfrm>
            <a:off x="6412333" y="4762576"/>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19" name="Text Placeholder 10"/>
          <p:cNvSpPr>
            <a:spLocks noGrp="1"/>
          </p:cNvSpPr>
          <p:nvPr>
            <p:ph type="body" sz="quarter" idx="21" hasCustomPrompt="1"/>
          </p:nvPr>
        </p:nvSpPr>
        <p:spPr bwMode="gray">
          <a:xfrm>
            <a:off x="6470064" y="6405323"/>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3646579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1"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2544232"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BB2B987F-52B1-42C3-B0A4-4BBB085120D9}"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10"/>
          <p:cNvSpPr>
            <a:spLocks noGrp="1"/>
          </p:cNvSpPr>
          <p:nvPr>
            <p:ph type="body" sz="quarter" idx="17" hasCustomPrompt="1"/>
          </p:nvPr>
        </p:nvSpPr>
        <p:spPr bwMode="gray">
          <a:xfrm>
            <a:off x="4203701" y="3476627"/>
            <a:ext cx="2832100" cy="2832099"/>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2133">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a:t>Highlight element</a:t>
            </a:r>
          </a:p>
        </p:txBody>
      </p:sp>
      <p:sp>
        <p:nvSpPr>
          <p:cNvPr id="14" name="Text Placeholder 10"/>
          <p:cNvSpPr>
            <a:spLocks noGrp="1"/>
          </p:cNvSpPr>
          <p:nvPr>
            <p:ph type="body" sz="quarter" idx="21" hasCustomPrompt="1"/>
          </p:nvPr>
        </p:nvSpPr>
        <p:spPr bwMode="gray">
          <a:xfrm>
            <a:off x="2895601" y="5818719"/>
            <a:ext cx="1622400"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2900612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1"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2" cy="3312584"/>
          </a:xfrm>
        </p:spPr>
        <p:txBody>
          <a:bodyPr/>
          <a:lstStyle>
            <a:lvl1pPr>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F4BA99C9-0405-4F28-8F70-F6107959CD5B}"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extLst>
      <p:ext uri="{BB962C8B-B14F-4D97-AF65-F5344CB8AC3E}">
        <p14:creationId xmlns:p14="http://schemas.microsoft.com/office/powerpoint/2010/main" val="1633773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2" cy="3312584"/>
          </a:xfrm>
        </p:spPr>
        <p:txBody>
          <a:bodyPr/>
          <a:lstStyle>
            <a:lvl1pPr>
              <a:defRPr>
                <a:solidFill>
                  <a:schemeClr val="bg1"/>
                </a:solidFill>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79812FFA-B21C-440A-A740-EA79645E5B9C}"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025184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49" y="453219"/>
            <a:ext cx="5568953" cy="5568445"/>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6"/>
          </p:nvPr>
        </p:nvSpPr>
        <p:spPr bwMode="gray"/>
        <p:txBody>
          <a:bodyPr/>
          <a:lstStyle/>
          <a:p>
            <a:fld id="{AC8B4A33-29D9-4D64-AE63-425D2C2BA11E}"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2" name="Text Placeholder 10"/>
          <p:cNvSpPr>
            <a:spLocks noGrp="1"/>
          </p:cNvSpPr>
          <p:nvPr>
            <p:ph type="body" sz="quarter" idx="19" hasCustomPrompt="1"/>
          </p:nvPr>
        </p:nvSpPr>
        <p:spPr bwMode="gray">
          <a:xfrm>
            <a:off x="6336893" y="4342268"/>
            <a:ext cx="1622400" cy="16224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467">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a:t>Highlight element</a:t>
            </a:r>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752298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69" y="453219"/>
            <a:ext cx="5568953" cy="5568445"/>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2544233" cy="3312583"/>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3" name="Date Placeholder 2"/>
          <p:cNvSpPr>
            <a:spLocks noGrp="1"/>
          </p:cNvSpPr>
          <p:nvPr>
            <p:ph type="dt" sz="half" idx="16"/>
          </p:nvPr>
        </p:nvSpPr>
        <p:spPr bwMode="gray"/>
        <p:txBody>
          <a:bodyPr/>
          <a:lstStyle/>
          <a:p>
            <a:fld id="{583092E4-502B-416E-BB71-3732066898E2}"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4" name="Text Placeholder 10"/>
          <p:cNvSpPr>
            <a:spLocks noGrp="1"/>
          </p:cNvSpPr>
          <p:nvPr>
            <p:ph type="body" sz="quarter" idx="20" hasCustomPrompt="1"/>
          </p:nvPr>
        </p:nvSpPr>
        <p:spPr bwMode="gray">
          <a:xfrm>
            <a:off x="3138171" y="3237441"/>
            <a:ext cx="2160000" cy="21600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867">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a:t>Highlight element</a:t>
            </a:r>
          </a:p>
        </p:txBody>
      </p:sp>
    </p:spTree>
    <p:custDataLst>
      <p:tags r:id="rId1"/>
    </p:custDataLst>
    <p:extLst>
      <p:ext uri="{BB962C8B-B14F-4D97-AF65-F5344CB8AC3E}">
        <p14:creationId xmlns:p14="http://schemas.microsoft.com/office/powerpoint/2010/main" val="3426725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9" name="Picture Placeholder 3"/>
          <p:cNvSpPr>
            <a:spLocks noGrp="1"/>
          </p:cNvSpPr>
          <p:nvPr>
            <p:ph type="pic" sz="quarter" idx="17" hasCustomPrompt="1"/>
          </p:nvPr>
        </p:nvSpPr>
        <p:spPr bwMode="gray">
          <a:xfrm>
            <a:off x="7537659" y="454925"/>
            <a:ext cx="4224000" cy="4224000"/>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8" name="Picture Placeholder 3"/>
          <p:cNvSpPr>
            <a:spLocks noGrp="1"/>
          </p:cNvSpPr>
          <p:nvPr>
            <p:ph type="pic" sz="quarter" idx="13" hasCustomPrompt="1"/>
          </p:nvPr>
        </p:nvSpPr>
        <p:spPr bwMode="gray">
          <a:xfrm>
            <a:off x="3679427" y="2128204"/>
            <a:ext cx="3168000" cy="3168000"/>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3"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bwMode="gray">
          <a:xfrm>
            <a:off x="431800" y="452969"/>
            <a:ext cx="4320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8"/>
          </p:nvPr>
        </p:nvSpPr>
        <p:spPr bwMode="gray"/>
        <p:txBody>
          <a:bodyPr/>
          <a:lstStyle/>
          <a:p>
            <a:fld id="{807390E8-38AC-4F47-9783-402153C140DF}" type="datetime1">
              <a:rPr lang="en-US" smtClean="0"/>
              <a:t>10/8/2025</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23" name="Text Placeholder 4"/>
          <p:cNvSpPr>
            <a:spLocks noGrp="1"/>
          </p:cNvSpPr>
          <p:nvPr>
            <p:ph type="body" sz="quarter" idx="22"/>
          </p:nvPr>
        </p:nvSpPr>
        <p:spPr>
          <a:xfrm>
            <a:off x="6474190" y="4965172"/>
            <a:ext cx="2741775" cy="1056747"/>
          </a:xfrm>
        </p:spPr>
        <p:txBody>
          <a:bodyPr>
            <a:noAutofit/>
          </a:bodyPr>
          <a:lstStyle>
            <a:lvl1pPr algn="l">
              <a:defRPr sz="1333" b="1">
                <a:solidFill>
                  <a:schemeClr val="accent1"/>
                </a:solidFill>
              </a:defRPr>
            </a:lvl1pPr>
            <a:lvl2pPr marL="0" indent="0" algn="l">
              <a:lnSpc>
                <a:spcPct val="90000"/>
              </a:lnSpc>
              <a:spcBef>
                <a:spcPts val="267"/>
              </a:spcBef>
              <a:spcAft>
                <a:spcPts val="267"/>
              </a:spcAft>
              <a:buFont typeface="Arial" panose="020B0604020202020204" pitchFamily="34" charset="0"/>
              <a:buNone/>
              <a:defRPr sz="1333" b="0">
                <a:solidFill>
                  <a:schemeClr val="accent1"/>
                </a:solidFill>
              </a:defRPr>
            </a:lvl2pPr>
            <a:lvl3pPr marL="0" indent="0" algn="l">
              <a:lnSpc>
                <a:spcPct val="90000"/>
              </a:lnSpc>
              <a:spcBef>
                <a:spcPts val="267"/>
              </a:spcBef>
              <a:spcAft>
                <a:spcPts val="267"/>
              </a:spcAft>
              <a:buNone/>
              <a:defRPr sz="1333" b="0">
                <a:solidFill>
                  <a:schemeClr val="accent1"/>
                </a:solidFill>
              </a:defRPr>
            </a:lvl3pPr>
            <a:lvl4pPr marL="0" indent="0" algn="l">
              <a:lnSpc>
                <a:spcPct val="90000"/>
              </a:lnSpc>
              <a:spcBef>
                <a:spcPts val="267"/>
              </a:spcBef>
              <a:spcAft>
                <a:spcPts val="267"/>
              </a:spcAft>
              <a:buNone/>
              <a:defRPr sz="1333" b="0">
                <a:solidFill>
                  <a:schemeClr val="accent1"/>
                </a:solidFill>
              </a:defRPr>
            </a:lvl4pPr>
            <a:lvl5pPr marL="0" indent="0" algn="l">
              <a:lnSpc>
                <a:spcPct val="90000"/>
              </a:lnSpc>
              <a:spcBef>
                <a:spcPts val="267"/>
              </a:spcBef>
              <a:spcAft>
                <a:spcPts val="267"/>
              </a:spcAft>
              <a:buNone/>
              <a:defRPr sz="1333" b="0">
                <a:solidFill>
                  <a:schemeClr val="accent1"/>
                </a:solidFill>
              </a:defRPr>
            </a:lvl5pPr>
            <a:lvl6pPr marL="0" indent="0">
              <a:lnSpc>
                <a:spcPct val="90000"/>
              </a:lnSpc>
              <a:spcBef>
                <a:spcPts val="267"/>
              </a:spcBef>
              <a:spcAft>
                <a:spcPts val="267"/>
              </a:spcAft>
              <a:buFont typeface="Arial" panose="020B0604020202020204" pitchFamily="34" charset="0"/>
              <a:buNone/>
              <a:defRPr sz="1333" b="0">
                <a:solidFill>
                  <a:schemeClr val="accent1"/>
                </a:solidFill>
              </a:defRPr>
            </a:lvl6pPr>
            <a:lvl7pPr marL="0" indent="0">
              <a:lnSpc>
                <a:spcPct val="90000"/>
              </a:lnSpc>
              <a:spcBef>
                <a:spcPts val="267"/>
              </a:spcBef>
              <a:spcAft>
                <a:spcPts val="267"/>
              </a:spcAft>
              <a:buFont typeface="Arial" panose="020B0604020202020204" pitchFamily="34" charset="0"/>
              <a:buNone/>
              <a:defRPr sz="1333" b="0">
                <a:solidFill>
                  <a:schemeClr val="accent1"/>
                </a:solidFill>
              </a:defRPr>
            </a:lvl7pPr>
            <a:lvl8pPr marL="0" indent="0">
              <a:lnSpc>
                <a:spcPct val="90000"/>
              </a:lnSpc>
              <a:spcBef>
                <a:spcPts val="267"/>
              </a:spcBef>
              <a:spcAft>
                <a:spcPts val="267"/>
              </a:spcAft>
              <a:buFont typeface="Arial" panose="020B0604020202020204" pitchFamily="34" charset="0"/>
              <a:buNone/>
              <a:defRPr sz="1333" b="0">
                <a:solidFill>
                  <a:schemeClr val="accent1"/>
                </a:solidFill>
              </a:defRPr>
            </a:lvl8pPr>
            <a:lvl9pPr marL="0" indent="0">
              <a:lnSpc>
                <a:spcPct val="90000"/>
              </a:lnSpc>
              <a:spcBef>
                <a:spcPts val="267"/>
              </a:spcBef>
              <a:spcAft>
                <a:spcPts val="267"/>
              </a:spcAft>
              <a:buFont typeface="Arial" panose="020B0604020202020204" pitchFamily="34" charset="0"/>
              <a:buNone/>
              <a:defRPr sz="1333" b="0">
                <a:solidFill>
                  <a:schemeClr val="accent1"/>
                </a:solidFill>
              </a:defRPr>
            </a:lvl9pPr>
          </a:lstStyle>
          <a:p>
            <a:pPr lvl="0"/>
            <a:r>
              <a:rPr lang="en-US"/>
              <a:t>Click to edit Master text styles</a:t>
            </a:r>
          </a:p>
          <a:p>
            <a:pPr lvl="1"/>
            <a:r>
              <a:rPr lang="en-US"/>
              <a:t>Second level</a:t>
            </a:r>
          </a:p>
        </p:txBody>
      </p:sp>
      <p:sp>
        <p:nvSpPr>
          <p:cNvPr id="11" name="Text Placeholder 4"/>
          <p:cNvSpPr>
            <a:spLocks noGrp="1"/>
          </p:cNvSpPr>
          <p:nvPr>
            <p:ph type="body" sz="quarter" idx="23"/>
          </p:nvPr>
        </p:nvSpPr>
        <p:spPr>
          <a:xfrm>
            <a:off x="5088675" y="861483"/>
            <a:ext cx="2448984" cy="1127356"/>
          </a:xfrm>
        </p:spPr>
        <p:txBody>
          <a:bodyPr>
            <a:noAutofit/>
          </a:bodyPr>
          <a:lstStyle>
            <a:lvl1pPr algn="r">
              <a:defRPr sz="1333" b="1">
                <a:solidFill>
                  <a:schemeClr val="accent1"/>
                </a:solidFill>
              </a:defRPr>
            </a:lvl1pPr>
            <a:lvl2pPr marL="0" indent="0" algn="r">
              <a:lnSpc>
                <a:spcPct val="90000"/>
              </a:lnSpc>
              <a:spcBef>
                <a:spcPts val="267"/>
              </a:spcBef>
              <a:spcAft>
                <a:spcPts val="267"/>
              </a:spcAft>
              <a:buFont typeface="Arial" panose="020B0604020202020204" pitchFamily="34" charset="0"/>
              <a:buNone/>
              <a:defRPr sz="1333" b="0">
                <a:solidFill>
                  <a:schemeClr val="accent1"/>
                </a:solidFill>
              </a:defRPr>
            </a:lvl2pPr>
            <a:lvl3pPr marL="0" indent="0" algn="l">
              <a:lnSpc>
                <a:spcPct val="90000"/>
              </a:lnSpc>
              <a:spcBef>
                <a:spcPts val="267"/>
              </a:spcBef>
              <a:spcAft>
                <a:spcPts val="267"/>
              </a:spcAft>
              <a:buNone/>
              <a:defRPr sz="1333" b="0">
                <a:solidFill>
                  <a:schemeClr val="accent1"/>
                </a:solidFill>
              </a:defRPr>
            </a:lvl3pPr>
            <a:lvl4pPr marL="0" indent="0" algn="l">
              <a:lnSpc>
                <a:spcPct val="90000"/>
              </a:lnSpc>
              <a:spcBef>
                <a:spcPts val="267"/>
              </a:spcBef>
              <a:spcAft>
                <a:spcPts val="267"/>
              </a:spcAft>
              <a:buNone/>
              <a:defRPr sz="1333" b="0">
                <a:solidFill>
                  <a:schemeClr val="accent1"/>
                </a:solidFill>
              </a:defRPr>
            </a:lvl4pPr>
            <a:lvl5pPr marL="0" indent="0" algn="l">
              <a:lnSpc>
                <a:spcPct val="90000"/>
              </a:lnSpc>
              <a:spcBef>
                <a:spcPts val="267"/>
              </a:spcBef>
              <a:spcAft>
                <a:spcPts val="267"/>
              </a:spcAft>
              <a:buNone/>
              <a:defRPr sz="1333" b="0">
                <a:solidFill>
                  <a:schemeClr val="accent1"/>
                </a:solidFill>
              </a:defRPr>
            </a:lvl5pPr>
            <a:lvl6pPr marL="0" indent="0">
              <a:lnSpc>
                <a:spcPct val="90000"/>
              </a:lnSpc>
              <a:spcBef>
                <a:spcPts val="267"/>
              </a:spcBef>
              <a:spcAft>
                <a:spcPts val="267"/>
              </a:spcAft>
              <a:buFont typeface="Arial" panose="020B0604020202020204" pitchFamily="34" charset="0"/>
              <a:buNone/>
              <a:defRPr sz="1333" b="0">
                <a:solidFill>
                  <a:schemeClr val="accent1"/>
                </a:solidFill>
              </a:defRPr>
            </a:lvl6pPr>
            <a:lvl7pPr marL="0" indent="0">
              <a:lnSpc>
                <a:spcPct val="90000"/>
              </a:lnSpc>
              <a:spcBef>
                <a:spcPts val="267"/>
              </a:spcBef>
              <a:spcAft>
                <a:spcPts val="267"/>
              </a:spcAft>
              <a:buFont typeface="Arial" panose="020B0604020202020204" pitchFamily="34" charset="0"/>
              <a:buNone/>
              <a:defRPr sz="1333" b="0">
                <a:solidFill>
                  <a:schemeClr val="accent1"/>
                </a:solidFill>
              </a:defRPr>
            </a:lvl7pPr>
            <a:lvl8pPr marL="0" indent="0">
              <a:lnSpc>
                <a:spcPct val="90000"/>
              </a:lnSpc>
              <a:spcBef>
                <a:spcPts val="267"/>
              </a:spcBef>
              <a:spcAft>
                <a:spcPts val="267"/>
              </a:spcAft>
              <a:buFont typeface="Arial" panose="020B0604020202020204" pitchFamily="34" charset="0"/>
              <a:buNone/>
              <a:defRPr sz="1333" b="0">
                <a:solidFill>
                  <a:schemeClr val="accent1"/>
                </a:solidFill>
              </a:defRPr>
            </a:lvl8pPr>
            <a:lvl9pPr marL="0" indent="0">
              <a:lnSpc>
                <a:spcPct val="90000"/>
              </a:lnSpc>
              <a:spcBef>
                <a:spcPts val="267"/>
              </a:spcBef>
              <a:spcAft>
                <a:spcPts val="267"/>
              </a:spcAft>
              <a:buFont typeface="Arial" panose="020B0604020202020204" pitchFamily="34" charset="0"/>
              <a:buNone/>
              <a:defRPr sz="1333" b="0">
                <a:solidFill>
                  <a:schemeClr val="accent1"/>
                </a:solidFill>
              </a:defRPr>
            </a:lvl9pPr>
          </a:lstStyle>
          <a:p>
            <a:pPr lvl="0"/>
            <a:r>
              <a:rPr lang="en-US"/>
              <a:t>Click to edit Master text styles</a:t>
            </a:r>
          </a:p>
          <a:p>
            <a:pPr lvl="1"/>
            <a:r>
              <a:rPr lang="en-US"/>
              <a:t>Second level</a:t>
            </a:r>
          </a:p>
        </p:txBody>
      </p:sp>
    </p:spTree>
    <p:custDataLst>
      <p:tags r:id="rId1"/>
    </p:custDataLst>
    <p:extLst>
      <p:ext uri="{BB962C8B-B14F-4D97-AF65-F5344CB8AC3E}">
        <p14:creationId xmlns:p14="http://schemas.microsoft.com/office/powerpoint/2010/main" val="1146608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2" cy="912284"/>
          </a:xfrm>
        </p:spPr>
        <p:txBody>
          <a:bodyPr/>
          <a:lstStyle>
            <a:lvl1pPr>
              <a:defRPr/>
            </a:lvl1pPr>
          </a:lstStyle>
          <a:p>
            <a:r>
              <a:rPr lang="en-US"/>
              <a:t>Video </a:t>
            </a:r>
            <a:br>
              <a:rPr lang="en-US"/>
            </a:br>
            <a:r>
              <a:rPr lang="en-US"/>
              <a:t>Slide</a:t>
            </a:r>
          </a:p>
        </p:txBody>
      </p:sp>
      <p:sp>
        <p:nvSpPr>
          <p:cNvPr id="6"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bwMode="gray">
          <a:xfrm>
            <a:off x="3359152"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Media Placeholder 8"/>
          <p:cNvSpPr>
            <a:spLocks noGrp="1"/>
          </p:cNvSpPr>
          <p:nvPr>
            <p:ph type="media" sz="quarter" idx="15" hasCustomPrompt="1"/>
          </p:nvPr>
        </p:nvSpPr>
        <p:spPr bwMode="gray">
          <a:xfrm>
            <a:off x="3359152" y="452967"/>
            <a:ext cx="8401051" cy="5568952"/>
          </a:xfrm>
          <a:solidFill>
            <a:schemeClr val="tx1">
              <a:lumMod val="85000"/>
              <a:lumOff val="15000"/>
            </a:schemeClr>
          </a:solidFill>
        </p:spPr>
        <p:txBody>
          <a:bodyPr bIns="720000" anchor="ctr"/>
          <a:lstStyle>
            <a:lvl1pPr algn="ctr">
              <a:defRPr sz="12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insert</a:t>
            </a:r>
            <a:r>
              <a:rPr lang="de-DE"/>
              <a:t> a </a:t>
            </a:r>
            <a:r>
              <a:rPr lang="de-DE" err="1"/>
              <a:t>video</a:t>
            </a:r>
            <a:endParaRPr lang="en-US"/>
          </a:p>
        </p:txBody>
      </p:sp>
      <p:sp>
        <p:nvSpPr>
          <p:cNvPr id="18" name="Date Placeholder 17"/>
          <p:cNvSpPr>
            <a:spLocks noGrp="1"/>
          </p:cNvSpPr>
          <p:nvPr>
            <p:ph type="dt" sz="half" idx="16"/>
          </p:nvPr>
        </p:nvSpPr>
        <p:spPr bwMode="gray"/>
        <p:txBody>
          <a:bodyPr/>
          <a:lstStyle/>
          <a:p>
            <a:fld id="{4F1F5FBD-27FC-4163-A1A3-A182CCE72DD4}" type="datetime1">
              <a:rPr lang="en-US" smtClean="0"/>
              <a:t>10/8/2025</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129881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5089164" cy="1007632"/>
          </a:xfrm>
        </p:spPr>
        <p:txBody>
          <a:bodyPr/>
          <a:lstStyle>
            <a:lvl1pPr>
              <a:defRPr sz="8000" spc="-200">
                <a:solidFill>
                  <a:schemeClr val="accent1"/>
                </a:solidFill>
              </a:defRPr>
            </a:lvl1pPr>
          </a:lstStyle>
          <a:p>
            <a:r>
              <a:rPr lang="en-US"/>
              <a:t>Contact.</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0" y="5883230"/>
            <a:ext cx="2250631"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Rectangle 17"/>
          <p:cNvSpPr>
            <a:spLocks noChangeArrowheads="1"/>
          </p:cNvSpPr>
          <p:nvPr userDrawn="1"/>
        </p:nvSpPr>
        <p:spPr bwMode="gray">
          <a:xfrm>
            <a:off x="1510095" y="4341565"/>
            <a:ext cx="10250107" cy="1968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indent="0" algn="l" defTabSz="1219170" rtl="0" eaLnBrk="1" fontAlgn="auto" latinLnBrk="0" hangingPunct="1">
              <a:lnSpc>
                <a:spcPct val="100000"/>
              </a:lnSpc>
              <a:spcBef>
                <a:spcPts val="0"/>
              </a:spcBef>
              <a:spcAft>
                <a:spcPts val="0"/>
              </a:spcAft>
              <a:buClrTx/>
              <a:buSzTx/>
              <a:buFontTx/>
              <a:buNone/>
              <a:tabLst/>
              <a:defRPr/>
            </a:pPr>
            <a:r>
              <a:rPr lang="en-US" sz="800" b="1" kern="1200">
                <a:solidFill>
                  <a:schemeClr val="tx1"/>
                </a:solidFill>
                <a:effectLst/>
                <a:cs typeface="Arial" panose="020B0604020202020204" pitchFamily="34" charset="0"/>
              </a:rPr>
              <a:t>About Dr. Reddy’s</a:t>
            </a:r>
            <a:r>
              <a:rPr lang="en-US" sz="800" kern="1200">
                <a:solidFill>
                  <a:schemeClr val="tx1"/>
                </a:solidFill>
                <a:effectLst/>
                <a:cs typeface="Arial" panose="020B0604020202020204" pitchFamily="34" charset="0"/>
              </a:rPr>
              <a:t>: Dr. Reddy’s Laboratories Ltd. (BSE: 500124, NSE: DRREDDY,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biosimilars and differentiated formulations. Our major therapeutic areas of focus are gastrointestinal, cardiovascular, diabetology, oncology, pain management and dermatology. Dr. Reddy’s operates in markets across the globe. Our major markets include – USA, India, Russia and other CIS countries. For more information, log on to: </a:t>
            </a:r>
            <a:r>
              <a:rPr lang="en-US" sz="800" kern="1200">
                <a:solidFill>
                  <a:schemeClr val="tx1"/>
                </a:solidFill>
                <a:effectLst/>
                <a:cs typeface="Arial" panose="020B0604020202020204" pitchFamily="34" charset="0"/>
                <a:hlinkClick r:id="rId4"/>
              </a:rPr>
              <a:t>www.drreddys.com</a:t>
            </a:r>
            <a:endParaRPr lang="en-US" sz="800" kern="1200">
              <a:solidFill>
                <a:schemeClr val="tx1"/>
              </a:solidFill>
              <a:effectLst/>
              <a:cs typeface="Arial" panose="020B0604020202020204" pitchFamily="34" charset="0"/>
            </a:endParaRPr>
          </a:p>
          <a:p>
            <a:endParaRPr lang="en-US" sz="800" b="1" kern="1200">
              <a:solidFill>
                <a:schemeClr val="tx1"/>
              </a:solidFill>
              <a:effectLst/>
              <a:cs typeface="Arial" panose="020B0604020202020204" pitchFamily="34" charset="0"/>
            </a:endParaRPr>
          </a:p>
          <a:p>
            <a:r>
              <a:rPr lang="en-US" sz="800" b="1" kern="1200">
                <a:solidFill>
                  <a:schemeClr val="tx1"/>
                </a:solidFill>
                <a:effectLst/>
                <a:cs typeface="Arial" panose="020B0604020202020204" pitchFamily="34" charset="0"/>
              </a:rPr>
              <a:t>Disclaimer: </a:t>
            </a:r>
            <a:r>
              <a:rPr lang="en-US" sz="800" kern="1200">
                <a:solidFill>
                  <a:schemeClr val="tx1"/>
                </a:solidFill>
                <a:effectLst/>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(i)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reorganization , including related integration issues.</a:t>
            </a:r>
            <a:endParaRPr lang="en-IN" sz="800" kern="1200">
              <a:solidFill>
                <a:schemeClr val="tx1"/>
              </a:solidFill>
              <a:effectLst/>
              <a:cs typeface="Arial" panose="020B0604020202020204" pitchFamily="34" charset="0"/>
            </a:endParaRPr>
          </a:p>
          <a:p>
            <a:r>
              <a:rPr lang="en-US" sz="800" kern="1200">
                <a:solidFill>
                  <a:schemeClr val="tx1"/>
                </a:solidFill>
                <a:effectLst/>
                <a:cs typeface="Arial" panose="020B0604020202020204" pitchFamily="34" charset="0"/>
              </a:rPr>
              <a:t> </a:t>
            </a:r>
            <a:endParaRPr lang="en-IN" sz="800" kern="1200">
              <a:solidFill>
                <a:schemeClr val="tx1"/>
              </a:solidFill>
              <a:effectLst/>
              <a:cs typeface="Arial" panose="020B0604020202020204" pitchFamily="34" charset="0"/>
            </a:endParaRPr>
          </a:p>
          <a:p>
            <a:r>
              <a:rPr lang="en-US" sz="800" kern="1200">
                <a:solidFill>
                  <a:schemeClr val="tx1"/>
                </a:solidFill>
                <a:effectLst/>
                <a:cs typeface="Arial" panose="020B0604020202020204" pitchFamily="34" charset="0"/>
              </a:rPr>
              <a:t>The company assumes no obligation to update any information contained herein.</a:t>
            </a:r>
          </a:p>
          <a:p>
            <a:endParaRPr lang="de-DE" sz="800">
              <a:solidFill>
                <a:schemeClr val="tx1"/>
              </a:solidFill>
              <a:cs typeface="Arial" panose="020B0604020202020204" pitchFamily="34" charset="0"/>
            </a:endParaRPr>
          </a:p>
          <a:p>
            <a:r>
              <a:rPr lang="en-IN" sz="800" b="1">
                <a:solidFill>
                  <a:schemeClr val="tx1"/>
                </a:solidFill>
                <a:cs typeface="Arial" panose="020B0604020202020204" pitchFamily="34" charset="0"/>
              </a:rPr>
              <a:t>Registered Office: </a:t>
            </a:r>
            <a:r>
              <a:rPr lang="en-IN" sz="800" err="1">
                <a:solidFill>
                  <a:schemeClr val="tx1"/>
                </a:solidFill>
                <a:cs typeface="Arial" panose="020B0604020202020204" pitchFamily="34" charset="0"/>
              </a:rPr>
              <a:t>Dr.</a:t>
            </a:r>
            <a:r>
              <a:rPr lang="en-IN" sz="800">
                <a:solidFill>
                  <a:schemeClr val="tx1"/>
                </a:solidFill>
                <a:cs typeface="Arial" panose="020B0604020202020204" pitchFamily="34" charset="0"/>
              </a:rPr>
              <a:t> Reddy’s Laboratories Ltd. 8-2-337 | Road No. 3, </a:t>
            </a:r>
            <a:r>
              <a:rPr lang="en-IN" sz="800" err="1">
                <a:solidFill>
                  <a:schemeClr val="tx1"/>
                </a:solidFill>
                <a:cs typeface="Arial" panose="020B0604020202020204" pitchFamily="34" charset="0"/>
              </a:rPr>
              <a:t>Banjara</a:t>
            </a:r>
            <a:r>
              <a:rPr lang="en-IN" sz="800">
                <a:solidFill>
                  <a:schemeClr val="tx1"/>
                </a:solidFill>
                <a:cs typeface="Arial" panose="020B0604020202020204" pitchFamily="34" charset="0"/>
              </a:rPr>
              <a:t> Hills, Hyderabad - 500034, Telangana, India. </a:t>
            </a:r>
          </a:p>
          <a:p>
            <a:r>
              <a:rPr lang="en-IN" sz="800">
                <a:solidFill>
                  <a:schemeClr val="tx1"/>
                </a:solidFill>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Position</a:t>
            </a:r>
            <a:endParaRPr lang="en-US"/>
          </a:p>
        </p:txBody>
      </p:sp>
      <p:sp>
        <p:nvSpPr>
          <p:cNvPr id="23" name="Text Placeholder 9"/>
          <p:cNvSpPr>
            <a:spLocks noGrp="1"/>
          </p:cNvSpPr>
          <p:nvPr>
            <p:ph type="body" sz="quarter" idx="11" hasCustomPrompt="1"/>
          </p:nvPr>
        </p:nvSpPr>
        <p:spPr bwMode="gray">
          <a:xfrm>
            <a:off x="1525076"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4" name="Text Placeholder 9"/>
          <p:cNvSpPr>
            <a:spLocks noGrp="1"/>
          </p:cNvSpPr>
          <p:nvPr>
            <p:ph type="body" sz="quarter" idx="12" hasCustomPrompt="1"/>
          </p:nvPr>
        </p:nvSpPr>
        <p:spPr bwMode="gray">
          <a:xfrm>
            <a:off x="1525076"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Mail</a:t>
            </a:r>
            <a:br>
              <a:rPr lang="de-DE"/>
            </a:br>
            <a:r>
              <a:rPr lang="de-DE"/>
              <a:t>Phone</a:t>
            </a:r>
            <a:endParaRPr lang="en-US"/>
          </a:p>
        </p:txBody>
      </p:sp>
      <p:sp>
        <p:nvSpPr>
          <p:cNvPr id="26" name="Text Placeholder 9"/>
          <p:cNvSpPr>
            <a:spLocks noGrp="1"/>
          </p:cNvSpPr>
          <p:nvPr>
            <p:ph type="body" sz="quarter" idx="14" hasCustomPrompt="1"/>
          </p:nvPr>
        </p:nvSpPr>
        <p:spPr bwMode="gray">
          <a:xfrm>
            <a:off x="5397220"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Position</a:t>
            </a:r>
            <a:endParaRPr lang="en-US"/>
          </a:p>
        </p:txBody>
      </p:sp>
      <p:sp>
        <p:nvSpPr>
          <p:cNvPr id="27" name="Text Placeholder 9"/>
          <p:cNvSpPr>
            <a:spLocks noGrp="1"/>
          </p:cNvSpPr>
          <p:nvPr>
            <p:ph type="body" sz="quarter" idx="15" hasCustomPrompt="1"/>
          </p:nvPr>
        </p:nvSpPr>
        <p:spPr bwMode="gray">
          <a:xfrm>
            <a:off x="5397220"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8" name="Text Placeholder 9"/>
          <p:cNvSpPr>
            <a:spLocks noGrp="1"/>
          </p:cNvSpPr>
          <p:nvPr>
            <p:ph type="body" sz="quarter" idx="16" hasCustomPrompt="1"/>
          </p:nvPr>
        </p:nvSpPr>
        <p:spPr bwMode="gray">
          <a:xfrm>
            <a:off x="5397220"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a:t>Mail</a:t>
            </a:r>
            <a:br>
              <a:rPr lang="de-DE"/>
            </a:br>
            <a:r>
              <a:rPr lang="de-DE"/>
              <a:t>Phone</a:t>
            </a:r>
            <a:endParaRPr lang="en-US"/>
          </a:p>
        </p:txBody>
      </p:sp>
      <p:sp>
        <p:nvSpPr>
          <p:cNvPr id="11" name="Date Placeholder 2"/>
          <p:cNvSpPr>
            <a:spLocks noGrp="1"/>
          </p:cNvSpPr>
          <p:nvPr>
            <p:ph type="dt" sz="half" idx="17"/>
          </p:nvPr>
        </p:nvSpPr>
        <p:spPr>
          <a:xfrm>
            <a:off x="10848530" y="7077405"/>
            <a:ext cx="624069" cy="96011"/>
          </a:xfrm>
        </p:spPr>
        <p:txBody>
          <a:bodyPr/>
          <a:lstStyle>
            <a:lvl1pPr>
              <a:defRPr sz="400">
                <a:solidFill>
                  <a:schemeClr val="bg1">
                    <a:lumMod val="75000"/>
                    <a:alpha val="0"/>
                  </a:schemeClr>
                </a:solidFill>
              </a:defRPr>
            </a:lvl1pPr>
          </a:lstStyle>
          <a:p>
            <a:fld id="{1DAB84EA-0DE7-42BE-BB40-84BC121DC46D}" type="datetime1">
              <a:rPr lang="en-US" smtClean="0"/>
              <a:t>10/8/2025</a:t>
            </a:fld>
            <a:endParaRPr lang="en-US"/>
          </a:p>
        </p:txBody>
      </p:sp>
      <p:sp>
        <p:nvSpPr>
          <p:cNvPr id="13" name="Footer Placeholder 3"/>
          <p:cNvSpPr>
            <a:spLocks noGrp="1"/>
          </p:cNvSpPr>
          <p:nvPr>
            <p:ph type="ftr" sz="quarter" idx="18"/>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354577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Text Placeholder 10"/>
          <p:cNvSpPr>
            <a:spLocks noGrp="1"/>
          </p:cNvSpPr>
          <p:nvPr>
            <p:ph type="body" sz="quarter" idx="21" hasCustomPrompt="1"/>
          </p:nvPr>
        </p:nvSpPr>
        <p:spPr bwMode="gray">
          <a:xfrm>
            <a:off x="5645503" y="-1868912"/>
            <a:ext cx="2774400"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2" name="Title 1"/>
          <p:cNvSpPr>
            <a:spLocks noGrp="1"/>
          </p:cNvSpPr>
          <p:nvPr>
            <p:ph type="ctrTitle" hasCustomPrompt="1"/>
          </p:nvPr>
        </p:nvSpPr>
        <p:spPr bwMode="gray">
          <a:xfrm>
            <a:off x="1199457" y="1365251"/>
            <a:ext cx="5089164" cy="3983963"/>
          </a:xfrm>
        </p:spPr>
        <p:txBody>
          <a:bodyPr>
            <a:normAutofit/>
          </a:bodyPr>
          <a:lstStyle>
            <a:lvl1pPr>
              <a:defRPr sz="6400" spc="-200">
                <a:solidFill>
                  <a:schemeClr val="accent1"/>
                </a:solidFill>
              </a:defRPr>
            </a:lvl1pPr>
          </a:lstStyle>
          <a:p>
            <a:r>
              <a:rPr lang="en-US"/>
              <a:t>Use this slide to start a new chapter</a:t>
            </a:r>
          </a:p>
        </p:txBody>
      </p:sp>
      <p:pic>
        <p:nvPicPr>
          <p:cNvPr id="10"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0" y="5883230"/>
            <a:ext cx="2250631"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1200" baseline="0">
                <a:solidFill>
                  <a:schemeClr val="bg1"/>
                </a:solidFill>
              </a:defRPr>
            </a:lvl1pPr>
          </a:lstStyle>
          <a:p>
            <a:pPr lvl="0"/>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images</a:t>
            </a:r>
            <a:endParaRPr lang="en-US"/>
          </a:p>
        </p:txBody>
      </p:sp>
      <p:sp>
        <p:nvSpPr>
          <p:cNvPr id="9" name="Text Placeholder 10"/>
          <p:cNvSpPr>
            <a:spLocks noGrp="1"/>
          </p:cNvSpPr>
          <p:nvPr>
            <p:ph type="body" sz="quarter" idx="22" hasCustomPrompt="1"/>
          </p:nvPr>
        </p:nvSpPr>
        <p:spPr bwMode="gray">
          <a:xfrm>
            <a:off x="11482225" y="3894125"/>
            <a:ext cx="1262400"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a:t> </a:t>
            </a:r>
          </a:p>
        </p:txBody>
      </p:sp>
      <p:sp>
        <p:nvSpPr>
          <p:cNvPr id="8"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4940080B-7CF8-4FEA-96C3-146AF1F5E67F}" type="datetime1">
              <a:rPr lang="en-US" smtClean="0"/>
              <a:t>10/8/2025</a:t>
            </a:fld>
            <a:endParaRPr lang="en-US"/>
          </a:p>
        </p:txBody>
      </p:sp>
      <p:sp>
        <p:nvSpPr>
          <p:cNvPr id="11"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702310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TITLE SLIDE - Left vertical dark image">
    <p:bg>
      <p:bgPr>
        <a:solidFill>
          <a:schemeClr val="bg1"/>
        </a:solidFill>
        <a:effectLst/>
      </p:bgPr>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66786AB3-E040-4ACE-81FF-74F2923C9985}"/>
              </a:ext>
            </a:extLst>
          </p:cNvPr>
          <p:cNvSpPr>
            <a:spLocks noGrp="1"/>
          </p:cNvSpPr>
          <p:nvPr>
            <p:ph type="title"/>
          </p:nvPr>
        </p:nvSpPr>
        <p:spPr>
          <a:xfrm>
            <a:off x="316485" y="121367"/>
            <a:ext cx="9970516" cy="458285"/>
          </a:xfrm>
          <a:prstGeom prst="rect">
            <a:avLst/>
          </a:prstGeom>
        </p:spPr>
        <p:txBody>
          <a:bodyPr lIns="0" tIns="0" rIns="0" bIns="0" anchor="ctr" anchorCtr="0"/>
          <a:lstStyle>
            <a:lvl1pPr>
              <a:defRPr sz="2400" spc="0">
                <a:solidFill>
                  <a:srgbClr val="5F4BA0"/>
                </a:solidFill>
              </a:defRPr>
            </a:lvl1pPr>
          </a:lstStyle>
          <a:p>
            <a:r>
              <a:rPr lang="en-US"/>
              <a:t>Click to edit Master title style</a:t>
            </a:r>
            <a:endParaRPr lang="en-GB"/>
          </a:p>
        </p:txBody>
      </p:sp>
      <p:pic>
        <p:nvPicPr>
          <p:cNvPr id="3" name="Picture 24">
            <a:extLst>
              <a:ext uri="{FF2B5EF4-FFF2-40B4-BE49-F238E27FC236}">
                <a16:creationId xmlns:a16="http://schemas.microsoft.com/office/drawing/2014/main" id="{DAD3D37A-FD36-4F3E-B8BC-C0CD39CAFBE2}"/>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gray">
          <a:xfrm>
            <a:off x="11002770" y="6523098"/>
            <a:ext cx="954487" cy="20782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8664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pic>
        <p:nvPicPr>
          <p:cNvPr id="10"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3"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2BDAF14C-55C0-4FB7-8670-808BA7F24B13}" type="datetime1">
              <a:rPr lang="en-US" smtClean="0"/>
              <a:t>10/8/2025</a:t>
            </a:fld>
            <a:endParaRPr lang="en-US"/>
          </a:p>
        </p:txBody>
      </p:sp>
      <p:sp>
        <p:nvSpPr>
          <p:cNvPr id="4"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5"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9728541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1" name="Subtitle 2"/>
          <p:cNvSpPr>
            <a:spLocks noGrp="1"/>
          </p:cNvSpPr>
          <p:nvPr>
            <p:ph type="subTitle" idx="1" hasCustomPrompt="1"/>
          </p:nvPr>
        </p:nvSpPr>
        <p:spPr bwMode="gray">
          <a:xfrm>
            <a:off x="1199456" y="6021919"/>
            <a:ext cx="4703929" cy="327299"/>
          </a:xfrm>
        </p:spPr>
        <p:txBody>
          <a:bodyPr anchor="b"/>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Speaker, Date, Location</a:t>
            </a:r>
          </a:p>
        </p:txBody>
      </p:sp>
      <p:sp>
        <p:nvSpPr>
          <p:cNvPr id="67" name="Text Placeholder 3096"/>
          <p:cNvSpPr>
            <a:spLocks noGrp="1"/>
          </p:cNvSpPr>
          <p:nvPr>
            <p:ph type="body" sz="quarter" idx="11" hasCustomPrompt="1"/>
          </p:nvPr>
        </p:nvSpPr>
        <p:spPr bwMode="gray">
          <a:xfrm>
            <a:off x="9510175" y="5888322"/>
            <a:ext cx="2232374"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400" b="0">
                <a:solidFill>
                  <a:schemeClr val="accent1"/>
                </a:solidFill>
              </a:defRPr>
            </a:lvl1pPr>
            <a:lvl2pPr marL="0" indent="0">
              <a:lnSpc>
                <a:spcPct val="100000"/>
              </a:lnSpc>
              <a:spcBef>
                <a:spcPts val="0"/>
              </a:spcBef>
              <a:spcAft>
                <a:spcPts val="0"/>
              </a:spcAft>
              <a:buFont typeface="Arial" panose="020B0604020202020204" pitchFamily="34" charset="0"/>
              <a:buNone/>
              <a:defRPr sz="400" b="0">
                <a:solidFill>
                  <a:schemeClr val="accent1"/>
                </a:solidFill>
              </a:defRPr>
            </a:lvl2pPr>
            <a:lvl3pPr marL="0" indent="0">
              <a:lnSpc>
                <a:spcPct val="100000"/>
              </a:lnSpc>
              <a:spcBef>
                <a:spcPts val="0"/>
              </a:spcBef>
              <a:spcAft>
                <a:spcPts val="0"/>
              </a:spcAft>
              <a:buNone/>
              <a:defRPr sz="400" b="0">
                <a:solidFill>
                  <a:schemeClr val="accent1"/>
                </a:solidFill>
              </a:defRPr>
            </a:lvl3pPr>
            <a:lvl4pPr marL="0" indent="0">
              <a:lnSpc>
                <a:spcPct val="100000"/>
              </a:lnSpc>
              <a:spcBef>
                <a:spcPts val="0"/>
              </a:spcBef>
              <a:spcAft>
                <a:spcPts val="0"/>
              </a:spcAft>
              <a:buNone/>
              <a:defRPr sz="400" b="0">
                <a:solidFill>
                  <a:schemeClr val="accent1"/>
                </a:solidFill>
              </a:defRPr>
            </a:lvl4pPr>
            <a:lvl5pPr marL="0" indent="0">
              <a:lnSpc>
                <a:spcPct val="100000"/>
              </a:lnSpc>
              <a:spcBef>
                <a:spcPts val="0"/>
              </a:spcBef>
              <a:spcAft>
                <a:spcPts val="0"/>
              </a:spcAft>
              <a:buNone/>
              <a:defRPr sz="400" b="0">
                <a:solidFill>
                  <a:schemeClr val="accent1"/>
                </a:solidFill>
              </a:defRPr>
            </a:lvl5pPr>
            <a:lvl6pPr marL="0" indent="0">
              <a:lnSpc>
                <a:spcPct val="100000"/>
              </a:lnSpc>
              <a:spcBef>
                <a:spcPts val="0"/>
              </a:spcBef>
              <a:spcAft>
                <a:spcPts val="0"/>
              </a:spcAft>
              <a:buFont typeface="Arial" panose="020B0604020202020204" pitchFamily="34" charset="0"/>
              <a:buNone/>
              <a:defRPr sz="400" b="0">
                <a:solidFill>
                  <a:schemeClr val="accent1"/>
                </a:solidFill>
              </a:defRPr>
            </a:lvl6pPr>
            <a:lvl7pPr marL="0" indent="0">
              <a:lnSpc>
                <a:spcPct val="100000"/>
              </a:lnSpc>
              <a:spcBef>
                <a:spcPts val="0"/>
              </a:spcBef>
              <a:spcAft>
                <a:spcPts val="0"/>
              </a:spcAft>
              <a:buFont typeface="Arial" panose="020B0604020202020204" pitchFamily="34" charset="0"/>
              <a:buNone/>
              <a:defRPr sz="400" b="0">
                <a:solidFill>
                  <a:schemeClr val="accent1"/>
                </a:solidFill>
              </a:defRPr>
            </a:lvl7pPr>
            <a:lvl8pPr marL="0" indent="0">
              <a:lnSpc>
                <a:spcPct val="100000"/>
              </a:lnSpc>
              <a:spcBef>
                <a:spcPts val="0"/>
              </a:spcBef>
              <a:spcAft>
                <a:spcPts val="0"/>
              </a:spcAft>
              <a:buFont typeface="Arial" panose="020B0604020202020204" pitchFamily="34" charset="0"/>
              <a:buNone/>
              <a:defRPr sz="400" b="0">
                <a:solidFill>
                  <a:schemeClr val="accent1"/>
                </a:solidFill>
              </a:defRPr>
            </a:lvl8pPr>
            <a:lvl9pPr marL="0" indent="0">
              <a:lnSpc>
                <a:spcPct val="100000"/>
              </a:lnSpc>
              <a:spcBef>
                <a:spcPts val="0"/>
              </a:spcBef>
              <a:spcAft>
                <a:spcPts val="0"/>
              </a:spcAft>
              <a:buFont typeface="Arial" panose="020B0604020202020204" pitchFamily="34" charset="0"/>
              <a:buNone/>
              <a:defRPr sz="400" b="0">
                <a:solidFill>
                  <a:schemeClr val="accent1"/>
                </a:solidFill>
              </a:defRPr>
            </a:lvl9pPr>
          </a:lstStyle>
          <a:p>
            <a:pPr lvl="0"/>
            <a:r>
              <a:rPr lang="de-DE"/>
              <a:t> </a:t>
            </a:r>
          </a:p>
        </p:txBody>
      </p:sp>
      <p:sp>
        <p:nvSpPr>
          <p:cNvPr id="6" name="Title 1"/>
          <p:cNvSpPr>
            <a:spLocks noGrp="1"/>
          </p:cNvSpPr>
          <p:nvPr>
            <p:ph type="ctrTitle" hasCustomPrompt="1"/>
          </p:nvPr>
        </p:nvSpPr>
        <p:spPr bwMode="gray">
          <a:xfrm>
            <a:off x="1199456" y="1365253"/>
            <a:ext cx="7633396" cy="3983963"/>
          </a:xfrm>
        </p:spPr>
        <p:txBody>
          <a:bodyPr>
            <a:normAutofit/>
          </a:bodyPr>
          <a:lstStyle>
            <a:lvl1pPr>
              <a:defRPr kumimoji="0" lang="de-DE" sz="6000" b="0" i="0" u="none" strike="noStrike" kern="0" cap="none" spc="-150" normalizeH="0" baseline="0" noProof="0" smtClean="0">
                <a:ln>
                  <a:noFill/>
                </a:ln>
                <a:solidFill>
                  <a:sysClr val="window" lastClr="FFFFFF"/>
                </a:solidFill>
                <a:effectLst/>
                <a:uLnTx/>
                <a:uFillTx/>
                <a:latin typeface="Arial Black"/>
              </a:defRPr>
            </a:lvl1pPr>
          </a:lstStyle>
          <a:p>
            <a:r>
              <a:rPr lang="en-US"/>
              <a:t>A title for this presentation can be </a:t>
            </a:r>
            <a:br>
              <a:rPr lang="en-US"/>
            </a:br>
            <a:r>
              <a:rPr lang="en-US"/>
              <a:t>very long.</a:t>
            </a:r>
          </a:p>
        </p:txBody>
      </p:sp>
      <p:sp>
        <p:nvSpPr>
          <p:cNvPr id="10" name="Date Placeholder 2"/>
          <p:cNvSpPr>
            <a:spLocks noGrp="1"/>
          </p:cNvSpPr>
          <p:nvPr>
            <p:ph type="dt" sz="half" idx="12"/>
          </p:nvPr>
        </p:nvSpPr>
        <p:spPr>
          <a:xfrm>
            <a:off x="10848529" y="7077407"/>
            <a:ext cx="624070" cy="96011"/>
          </a:xfrm>
        </p:spPr>
        <p:txBody>
          <a:bodyPr/>
          <a:lstStyle>
            <a:lvl1pPr>
              <a:defRPr sz="300">
                <a:solidFill>
                  <a:schemeClr val="bg1">
                    <a:lumMod val="75000"/>
                    <a:alpha val="0"/>
                  </a:schemeClr>
                </a:solidFill>
              </a:defRPr>
            </a:lvl1pPr>
          </a:lstStyle>
          <a:p>
            <a:fld id="{843532AC-5C6E-48ED-9C2D-72CE0CAA70EB}" type="datetime1">
              <a:rPr lang="en-US" smtClean="0"/>
              <a:t>10/8/2025</a:t>
            </a:fld>
            <a:endParaRPr lang="en-US"/>
          </a:p>
        </p:txBody>
      </p:sp>
      <p:sp>
        <p:nvSpPr>
          <p:cNvPr id="12" name="Footer Placeholder 3"/>
          <p:cNvSpPr>
            <a:spLocks noGrp="1"/>
          </p:cNvSpPr>
          <p:nvPr>
            <p:ph type="ftr" sz="quarter" idx="13"/>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3" name="Slide Number Placeholder 4"/>
          <p:cNvSpPr>
            <a:spLocks noGrp="1"/>
          </p:cNvSpPr>
          <p:nvPr>
            <p:ph type="sldNum" sz="quarter" idx="14"/>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986894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6" y="1365251"/>
            <a:ext cx="7633396" cy="1007632"/>
          </a:xfrm>
        </p:spPr>
        <p:txBody>
          <a:bodyPr/>
          <a:lstStyle>
            <a:lvl1pPr>
              <a:defRPr sz="6000" spc="-150">
                <a:solidFill>
                  <a:schemeClr val="accent1"/>
                </a:solidFill>
              </a:defRPr>
            </a:lvl1pPr>
          </a:lstStyle>
          <a:p>
            <a:r>
              <a:rPr lang="en-US"/>
              <a:t>Content.</a:t>
            </a:r>
          </a:p>
        </p:txBody>
      </p:sp>
      <p:sp>
        <p:nvSpPr>
          <p:cNvPr id="11" name="Text Placeholder 9"/>
          <p:cNvSpPr>
            <a:spLocks noGrp="1"/>
          </p:cNvSpPr>
          <p:nvPr>
            <p:ph type="body" sz="quarter" idx="13"/>
          </p:nvPr>
        </p:nvSpPr>
        <p:spPr bwMode="gray">
          <a:xfrm>
            <a:off x="1509185" y="2372786"/>
            <a:ext cx="7323666" cy="3649133"/>
          </a:xfrm>
        </p:spPr>
        <p:txBody>
          <a:bodyPr/>
          <a:lstStyle>
            <a:lvl1pPr marL="358775" indent="-358775">
              <a:lnSpc>
                <a:spcPct val="80000"/>
              </a:lnSpc>
              <a:spcBef>
                <a:spcPts val="0"/>
              </a:spcBef>
              <a:spcAft>
                <a:spcPts val="800"/>
              </a:spcAft>
              <a:buClr>
                <a:schemeClr val="accent1"/>
              </a:buClr>
              <a:buSzPct val="100000"/>
              <a:buFont typeface="+mj-lt"/>
              <a:buAutoNum type="arabicPeriod"/>
              <a:defRPr sz="1400" b="0">
                <a:solidFill>
                  <a:schemeClr val="accent1"/>
                </a:solidFill>
              </a:defRPr>
            </a:lvl1pPr>
            <a:lvl2pPr marL="540000" indent="-180000">
              <a:lnSpc>
                <a:spcPct val="80000"/>
              </a:lnSpc>
              <a:spcBef>
                <a:spcPts val="0"/>
              </a:spcBef>
              <a:spcAft>
                <a:spcPts val="800"/>
              </a:spcAft>
              <a:buClr>
                <a:schemeClr val="accent1"/>
              </a:buClr>
              <a:buSzPct val="100000"/>
              <a:buFont typeface="Arial" panose="020B0604020202020204" pitchFamily="34" charset="0"/>
              <a:buChar char="•"/>
              <a:defRPr sz="1400" b="0" baseline="0">
                <a:solidFill>
                  <a:schemeClr val="accent1"/>
                </a:solidFill>
              </a:defRPr>
            </a:lvl2pPr>
            <a:lvl3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3pPr>
            <a:lvl4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4pPr>
            <a:lvl5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5pPr>
            <a:lvl6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6pPr>
            <a:lvl7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7pPr>
            <a:lvl8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8pPr>
            <a:lvl9pPr marL="540000" indent="-180000">
              <a:lnSpc>
                <a:spcPct val="80000"/>
              </a:lnSpc>
              <a:spcBef>
                <a:spcPts val="0"/>
              </a:spcBef>
              <a:spcAft>
                <a:spcPts val="800"/>
              </a:spcAft>
              <a:buClr>
                <a:schemeClr val="accent1"/>
              </a:buClr>
              <a:buSzPct val="100000"/>
              <a:buFont typeface="Arial" panose="020B0604020202020204" pitchFamily="34" charset="0"/>
              <a:buChar char="•"/>
              <a:defRPr sz="1400" b="0">
                <a:solidFill>
                  <a:schemeClr val="accent1"/>
                </a:solidFill>
              </a:defRPr>
            </a:lvl9pPr>
          </a:lstStyle>
          <a:p>
            <a:pPr lvl="0"/>
            <a:r>
              <a:rPr lang="en-US"/>
              <a:t>Click to edit Master text styles</a:t>
            </a:r>
          </a:p>
          <a:p>
            <a:pPr lvl="1"/>
            <a:r>
              <a:rPr lang="en-US"/>
              <a:t>Second level</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5D5E1061-CA30-4BA7-9D4A-35AA00C33585}" type="datetime1">
              <a:rPr lang="en-US" smtClean="0"/>
              <a:t>10/8/2025</a:t>
            </a:fld>
            <a:endParaRPr lang="en-US"/>
          </a:p>
        </p:txBody>
      </p:sp>
      <p:sp>
        <p:nvSpPr>
          <p:cNvPr id="7"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8"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4157801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B26A9AC-32EF-4C29-A2D7-C4503E40BA6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270000" indent="-270000">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4221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3D5BD56-788B-4337-B147-3C027DDF980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7901990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9023352" y="0"/>
            <a:ext cx="3168649"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2" y="452969"/>
            <a:ext cx="8401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D35BDD1F-C475-43DB-BE05-7999FF5EE60E}"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2" y="1701800"/>
            <a:ext cx="8401051"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0"/>
          <p:cNvSpPr>
            <a:spLocks noGrp="1"/>
          </p:cNvSpPr>
          <p:nvPr>
            <p:ph type="body" sz="quarter" idx="15" hasCustomPrompt="1"/>
          </p:nvPr>
        </p:nvSpPr>
        <p:spPr bwMode="gray">
          <a:xfrm>
            <a:off x="8086541" y="5335799"/>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21" name="Text Placeholder 10"/>
          <p:cNvSpPr>
            <a:spLocks noGrp="1"/>
          </p:cNvSpPr>
          <p:nvPr>
            <p:ph type="body" sz="quarter" idx="18" hasCustomPrompt="1"/>
          </p:nvPr>
        </p:nvSpPr>
        <p:spPr bwMode="gray">
          <a:xfrm>
            <a:off x="8656883" y="5437767"/>
            <a:ext cx="723857" cy="723857"/>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
        <p:nvSpPr>
          <p:cNvPr id="14" name="Text Placeholder 10"/>
          <p:cNvSpPr>
            <a:spLocks noGrp="1"/>
          </p:cNvSpPr>
          <p:nvPr>
            <p:ph type="body" sz="quarter" idx="20" hasCustomPrompt="1"/>
          </p:nvPr>
        </p:nvSpPr>
        <p:spPr bwMode="gray">
          <a:xfrm>
            <a:off x="8669515" y="4781625"/>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6" name="Text Placeholder 10"/>
          <p:cNvSpPr>
            <a:spLocks noGrp="1"/>
          </p:cNvSpPr>
          <p:nvPr>
            <p:ph type="body" sz="quarter" idx="21" hasCustomPrompt="1"/>
          </p:nvPr>
        </p:nvSpPr>
        <p:spPr bwMode="gray">
          <a:xfrm>
            <a:off x="8727246" y="6424372"/>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2" hasCustomPrompt="1"/>
          </p:nvPr>
        </p:nvSpPr>
        <p:spPr bwMode="gray">
          <a:xfrm>
            <a:off x="9117814" y="3794075"/>
            <a:ext cx="321601" cy="321600"/>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00" b="0">
                <a:solidFill>
                  <a:schemeClr val="bg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1669883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6096001" y="0"/>
            <a:ext cx="609600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0FD64B73-134F-4950-820A-2E672B5838FD}"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5471586" cy="4320117"/>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p:cNvSpPr>
            <a:spLocks noGrp="1"/>
          </p:cNvSpPr>
          <p:nvPr>
            <p:ph type="body" sz="quarter" idx="18" hasCustomPrompt="1"/>
          </p:nvPr>
        </p:nvSpPr>
        <p:spPr bwMode="gray">
          <a:xfrm>
            <a:off x="5829359" y="5316750"/>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8" name="Text Placeholder 10"/>
          <p:cNvSpPr>
            <a:spLocks noGrp="1"/>
          </p:cNvSpPr>
          <p:nvPr>
            <p:ph type="body" sz="quarter" idx="20" hasCustomPrompt="1"/>
          </p:nvPr>
        </p:nvSpPr>
        <p:spPr bwMode="gray">
          <a:xfrm>
            <a:off x="6412333" y="4762576"/>
            <a:ext cx="321601"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19" name="Text Placeholder 10"/>
          <p:cNvSpPr>
            <a:spLocks noGrp="1"/>
          </p:cNvSpPr>
          <p:nvPr>
            <p:ph type="body" sz="quarter" idx="21" hasCustomPrompt="1"/>
          </p:nvPr>
        </p:nvSpPr>
        <p:spPr bwMode="gray">
          <a:xfrm>
            <a:off x="6470064" y="6405323"/>
            <a:ext cx="724801"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2761104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2" y="0"/>
            <a:ext cx="902335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2544233"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lvl1pPr>
              <a:defRPr>
                <a:solidFill>
                  <a:schemeClr val="bg1"/>
                </a:solidFill>
              </a:defRPr>
            </a:lvl1pPr>
          </a:lstStyle>
          <a:p>
            <a:fld id="{BB2B987F-52B1-42C3-B0A4-4BBB085120D9}"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10"/>
          <p:cNvSpPr>
            <a:spLocks noGrp="1"/>
          </p:cNvSpPr>
          <p:nvPr>
            <p:ph type="body" sz="quarter" idx="17" hasCustomPrompt="1"/>
          </p:nvPr>
        </p:nvSpPr>
        <p:spPr bwMode="gray">
          <a:xfrm>
            <a:off x="4203701" y="3476629"/>
            <a:ext cx="2832101" cy="2832099"/>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6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14" name="Text Placeholder 10"/>
          <p:cNvSpPr>
            <a:spLocks noGrp="1"/>
          </p:cNvSpPr>
          <p:nvPr>
            <p:ph type="body" sz="quarter" idx="21" hasCustomPrompt="1"/>
          </p:nvPr>
        </p:nvSpPr>
        <p:spPr bwMode="gray">
          <a:xfrm>
            <a:off x="2895601" y="5818719"/>
            <a:ext cx="1622401"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Tree>
    <p:custDataLst>
      <p:tags r:id="rId1"/>
    </p:custDataLst>
    <p:extLst>
      <p:ext uri="{BB962C8B-B14F-4D97-AF65-F5344CB8AC3E}">
        <p14:creationId xmlns:p14="http://schemas.microsoft.com/office/powerpoint/2010/main" val="3863772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2" y="0"/>
            <a:ext cx="9023351"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F4BA99C9-0405-4F28-8F70-F6107959CD5B}"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extLst>
      <p:ext uri="{BB962C8B-B14F-4D97-AF65-F5344CB8AC3E}">
        <p14:creationId xmlns:p14="http://schemas.microsoft.com/office/powerpoint/2010/main" val="3429372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1" y="0"/>
            <a:ext cx="12192000" cy="6858000"/>
          </a:xfrm>
          <a:prstGeom prst="rect">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7"/>
            <a:ext cx="2544233" cy="3312584"/>
          </a:xfrm>
        </p:spPr>
        <p:txBody>
          <a:bodyPr/>
          <a:lstStyle>
            <a:lvl1pPr>
              <a:defRPr>
                <a:solidFill>
                  <a:schemeClr val="bg1"/>
                </a:solidFill>
              </a:defRPr>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79812FFA-B21C-440A-A740-EA79645E5B9C}" type="datetime1">
              <a:rPr lang="en-US" smtClean="0"/>
              <a:t>10/8/2025</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652021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50" y="453221"/>
            <a:ext cx="5568953" cy="5568445"/>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69"/>
            <a:ext cx="5471586"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6"/>
          </p:nvPr>
        </p:nvSpPr>
        <p:spPr bwMode="gray"/>
        <p:txBody>
          <a:bodyPr/>
          <a:lstStyle/>
          <a:p>
            <a:fld id="{AC8B4A33-29D9-4D64-AE63-425D2C2BA11E}"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2" name="Text Placeholder 10"/>
          <p:cNvSpPr>
            <a:spLocks noGrp="1"/>
          </p:cNvSpPr>
          <p:nvPr>
            <p:ph type="body" sz="quarter" idx="19" hasCustomPrompt="1"/>
          </p:nvPr>
        </p:nvSpPr>
        <p:spPr bwMode="gray">
          <a:xfrm>
            <a:off x="6336893" y="4342268"/>
            <a:ext cx="1622401" cy="16224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1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4152327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70" y="453221"/>
            <a:ext cx="5568953" cy="5568445"/>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2" name="Title 1"/>
          <p:cNvSpPr>
            <a:spLocks noGrp="1"/>
          </p:cNvSpPr>
          <p:nvPr>
            <p:ph type="title" hasCustomPrompt="1"/>
          </p:nvPr>
        </p:nvSpPr>
        <p:spPr bwMode="gray">
          <a:xfrm>
            <a:off x="431801" y="452971"/>
            <a:ext cx="2544234" cy="3312583"/>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r>
              <a:rPr lang="en-US"/>
              <a:t/>
            </a:r>
            <a:br>
              <a:rPr lang="en-US"/>
            </a:br>
            <a:r>
              <a:rPr lang="en-US"/>
              <a:t>written </a:t>
            </a:r>
            <a:br>
              <a:rPr lang="en-US"/>
            </a:br>
            <a:r>
              <a:rPr lang="en-US"/>
              <a:t>in several lines</a:t>
            </a:r>
          </a:p>
        </p:txBody>
      </p:sp>
      <p:sp>
        <p:nvSpPr>
          <p:cNvPr id="3" name="Date Placeholder 2"/>
          <p:cNvSpPr>
            <a:spLocks noGrp="1"/>
          </p:cNvSpPr>
          <p:nvPr>
            <p:ph type="dt" sz="half" idx="16"/>
          </p:nvPr>
        </p:nvSpPr>
        <p:spPr bwMode="gray"/>
        <p:txBody>
          <a:bodyPr/>
          <a:lstStyle/>
          <a:p>
            <a:fld id="{583092E4-502B-416E-BB71-3732066898E2}" type="datetime1">
              <a:rPr lang="en-US" smtClean="0"/>
              <a:t>10/8/2025</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4" name="Text Placeholder 10"/>
          <p:cNvSpPr>
            <a:spLocks noGrp="1"/>
          </p:cNvSpPr>
          <p:nvPr>
            <p:ph type="body" sz="quarter" idx="20" hasCustomPrompt="1"/>
          </p:nvPr>
        </p:nvSpPr>
        <p:spPr bwMode="gray">
          <a:xfrm>
            <a:off x="3138170" y="3237441"/>
            <a:ext cx="2160001" cy="2160000"/>
          </a:xfrm>
          <a:prstGeom prst="ellipse">
            <a:avLst/>
          </a:prstGeom>
          <a:solidFill>
            <a:schemeClr val="accent1"/>
          </a:solidFill>
        </p:spPr>
        <p:txBody>
          <a:bodyPr anchor="ctr"/>
          <a:lstStyle>
            <a:lvl1pPr marL="0" indent="0" algn="ctr">
              <a:lnSpc>
                <a:spcPct val="75000"/>
              </a:lnSpc>
              <a:spcBef>
                <a:spcPts val="200"/>
              </a:spcBef>
              <a:spcAft>
                <a:spcPts val="200"/>
              </a:spcAft>
              <a:buFont typeface="Arial" panose="020B0604020202020204" pitchFamily="34" charset="0"/>
              <a:buNone/>
              <a:defRPr sz="1400">
                <a:solidFill>
                  <a:schemeClr val="bg1"/>
                </a:solidFill>
                <a:latin typeface="+mj-lt"/>
              </a:defRPr>
            </a:lvl1pPr>
            <a:lvl2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00">
                <a:solidFill>
                  <a:schemeClr val="bg1"/>
                </a:solidFill>
                <a:latin typeface="+mj-lt"/>
              </a:defRPr>
            </a:lvl9pPr>
          </a:lstStyle>
          <a:p>
            <a:pPr lvl="0"/>
            <a:r>
              <a:rPr lang="en-US"/>
              <a:t>Highlight element</a:t>
            </a:r>
          </a:p>
        </p:txBody>
      </p:sp>
    </p:spTree>
    <p:custDataLst>
      <p:tags r:id="rId1"/>
    </p:custDataLst>
    <p:extLst>
      <p:ext uri="{BB962C8B-B14F-4D97-AF65-F5344CB8AC3E}">
        <p14:creationId xmlns:p14="http://schemas.microsoft.com/office/powerpoint/2010/main" val="1285773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9" name="Picture Placeholder 3"/>
          <p:cNvSpPr>
            <a:spLocks noGrp="1"/>
          </p:cNvSpPr>
          <p:nvPr>
            <p:ph type="pic" sz="quarter" idx="17" hasCustomPrompt="1"/>
          </p:nvPr>
        </p:nvSpPr>
        <p:spPr bwMode="gray">
          <a:xfrm>
            <a:off x="7537659" y="454925"/>
            <a:ext cx="4224000" cy="4224000"/>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8" name="Picture Placeholder 3"/>
          <p:cNvSpPr>
            <a:spLocks noGrp="1"/>
          </p:cNvSpPr>
          <p:nvPr>
            <p:ph type="pic" sz="quarter" idx="13" hasCustomPrompt="1"/>
          </p:nvPr>
        </p:nvSpPr>
        <p:spPr bwMode="gray">
          <a:xfrm>
            <a:off x="3679427" y="2128204"/>
            <a:ext cx="3168000" cy="3168000"/>
          </a:xfrm>
          <a:prstGeom prst="ellipse">
            <a:avLst/>
          </a:prstGeom>
          <a:solidFill>
            <a:schemeClr val="tx1">
              <a:lumMod val="50000"/>
              <a:lumOff val="50000"/>
            </a:schemeClr>
          </a:solidFill>
        </p:spPr>
        <p:txBody>
          <a:bodyPr tIns="0" bIns="720000" anchor="ctr" anchorCtr="0"/>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a:t>
            </a:r>
            <a:endParaRPr lang="en-US"/>
          </a:p>
        </p:txBody>
      </p:sp>
      <p:sp>
        <p:nvSpPr>
          <p:cNvPr id="13"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bwMode="gray">
          <a:xfrm>
            <a:off x="431800" y="452969"/>
            <a:ext cx="4320051" cy="912284"/>
          </a:xfrm>
        </p:spPr>
        <p:txBody>
          <a:bodyPr/>
          <a:lstStyle>
            <a:lvl1pPr>
              <a:defRPr baseline="0"/>
            </a:lvl1p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Date Placeholder 2"/>
          <p:cNvSpPr>
            <a:spLocks noGrp="1"/>
          </p:cNvSpPr>
          <p:nvPr>
            <p:ph type="dt" sz="half" idx="18"/>
          </p:nvPr>
        </p:nvSpPr>
        <p:spPr bwMode="gray"/>
        <p:txBody>
          <a:bodyPr/>
          <a:lstStyle/>
          <a:p>
            <a:fld id="{807390E8-38AC-4F47-9783-402153C140DF}" type="datetime1">
              <a:rPr lang="en-US" smtClean="0"/>
              <a:t>10/8/2025</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23" name="Text Placeholder 4"/>
          <p:cNvSpPr>
            <a:spLocks noGrp="1"/>
          </p:cNvSpPr>
          <p:nvPr>
            <p:ph type="body" sz="quarter" idx="22"/>
          </p:nvPr>
        </p:nvSpPr>
        <p:spPr>
          <a:xfrm>
            <a:off x="6474190" y="4965174"/>
            <a:ext cx="2741775" cy="1056747"/>
          </a:xfrm>
        </p:spPr>
        <p:txBody>
          <a:bodyPr>
            <a:noAutofit/>
          </a:bodyPr>
          <a:lstStyle>
            <a:lvl1pPr algn="l">
              <a:defRPr sz="1000" b="1">
                <a:solidFill>
                  <a:schemeClr val="accent1"/>
                </a:solidFill>
              </a:defRPr>
            </a:lvl1pPr>
            <a:lvl2pPr marL="0" indent="0" algn="l">
              <a:lnSpc>
                <a:spcPct val="90000"/>
              </a:lnSpc>
              <a:spcBef>
                <a:spcPts val="200"/>
              </a:spcBef>
              <a:spcAft>
                <a:spcPts val="200"/>
              </a:spcAft>
              <a:buFont typeface="Arial" panose="020B0604020202020204" pitchFamily="34" charset="0"/>
              <a:buNone/>
              <a:defRPr sz="1000" b="0">
                <a:solidFill>
                  <a:schemeClr val="accent1"/>
                </a:solidFill>
              </a:defRPr>
            </a:lvl2pPr>
            <a:lvl3pPr marL="0" indent="0" algn="l">
              <a:lnSpc>
                <a:spcPct val="90000"/>
              </a:lnSpc>
              <a:spcBef>
                <a:spcPts val="200"/>
              </a:spcBef>
              <a:spcAft>
                <a:spcPts val="200"/>
              </a:spcAft>
              <a:buNone/>
              <a:defRPr sz="1000" b="0">
                <a:solidFill>
                  <a:schemeClr val="accent1"/>
                </a:solidFill>
              </a:defRPr>
            </a:lvl3pPr>
            <a:lvl4pPr marL="0" indent="0" algn="l">
              <a:lnSpc>
                <a:spcPct val="90000"/>
              </a:lnSpc>
              <a:spcBef>
                <a:spcPts val="200"/>
              </a:spcBef>
              <a:spcAft>
                <a:spcPts val="200"/>
              </a:spcAft>
              <a:buNone/>
              <a:defRPr sz="1000" b="0">
                <a:solidFill>
                  <a:schemeClr val="accent1"/>
                </a:solidFill>
              </a:defRPr>
            </a:lvl4pPr>
            <a:lvl5pPr marL="0" indent="0" algn="l">
              <a:lnSpc>
                <a:spcPct val="90000"/>
              </a:lnSpc>
              <a:spcBef>
                <a:spcPts val="200"/>
              </a:spcBef>
              <a:spcAft>
                <a:spcPts val="200"/>
              </a:spcAft>
              <a:buNone/>
              <a:defRPr sz="1000" b="0">
                <a:solidFill>
                  <a:schemeClr val="accent1"/>
                </a:solidFill>
              </a:defRPr>
            </a:lvl5pPr>
            <a:lvl6pPr marL="0" indent="0">
              <a:lnSpc>
                <a:spcPct val="90000"/>
              </a:lnSpc>
              <a:spcBef>
                <a:spcPts val="200"/>
              </a:spcBef>
              <a:spcAft>
                <a:spcPts val="200"/>
              </a:spcAft>
              <a:buFont typeface="Arial" panose="020B0604020202020204" pitchFamily="34" charset="0"/>
              <a:buNone/>
              <a:defRPr sz="1000" b="0">
                <a:solidFill>
                  <a:schemeClr val="accent1"/>
                </a:solidFill>
              </a:defRPr>
            </a:lvl6pPr>
            <a:lvl7pPr marL="0" indent="0">
              <a:lnSpc>
                <a:spcPct val="90000"/>
              </a:lnSpc>
              <a:spcBef>
                <a:spcPts val="200"/>
              </a:spcBef>
              <a:spcAft>
                <a:spcPts val="200"/>
              </a:spcAft>
              <a:buFont typeface="Arial" panose="020B0604020202020204" pitchFamily="34" charset="0"/>
              <a:buNone/>
              <a:defRPr sz="1000" b="0">
                <a:solidFill>
                  <a:schemeClr val="accent1"/>
                </a:solidFill>
              </a:defRPr>
            </a:lvl7pPr>
            <a:lvl8pPr marL="0" indent="0">
              <a:lnSpc>
                <a:spcPct val="90000"/>
              </a:lnSpc>
              <a:spcBef>
                <a:spcPts val="200"/>
              </a:spcBef>
              <a:spcAft>
                <a:spcPts val="200"/>
              </a:spcAft>
              <a:buFont typeface="Arial" panose="020B0604020202020204" pitchFamily="34" charset="0"/>
              <a:buNone/>
              <a:defRPr sz="1000" b="0">
                <a:solidFill>
                  <a:schemeClr val="accent1"/>
                </a:solidFill>
              </a:defRPr>
            </a:lvl8pPr>
            <a:lvl9pPr marL="0" indent="0">
              <a:lnSpc>
                <a:spcPct val="90000"/>
              </a:lnSpc>
              <a:spcBef>
                <a:spcPts val="200"/>
              </a:spcBef>
              <a:spcAft>
                <a:spcPts val="200"/>
              </a:spcAft>
              <a:buFont typeface="Arial" panose="020B0604020202020204" pitchFamily="34" charset="0"/>
              <a:buNone/>
              <a:defRPr sz="1000" b="0">
                <a:solidFill>
                  <a:schemeClr val="accent1"/>
                </a:solidFill>
              </a:defRPr>
            </a:lvl9pPr>
          </a:lstStyle>
          <a:p>
            <a:pPr lvl="0"/>
            <a:r>
              <a:rPr lang="en-US"/>
              <a:t>Click to edit Master text styles</a:t>
            </a:r>
          </a:p>
          <a:p>
            <a:pPr lvl="1"/>
            <a:r>
              <a:rPr lang="en-US"/>
              <a:t>Second level</a:t>
            </a:r>
          </a:p>
        </p:txBody>
      </p:sp>
      <p:sp>
        <p:nvSpPr>
          <p:cNvPr id="11" name="Text Placeholder 4"/>
          <p:cNvSpPr>
            <a:spLocks noGrp="1"/>
          </p:cNvSpPr>
          <p:nvPr>
            <p:ph type="body" sz="quarter" idx="23"/>
          </p:nvPr>
        </p:nvSpPr>
        <p:spPr>
          <a:xfrm>
            <a:off x="5088675" y="861483"/>
            <a:ext cx="2448984" cy="1127356"/>
          </a:xfrm>
        </p:spPr>
        <p:txBody>
          <a:bodyPr>
            <a:noAutofit/>
          </a:bodyPr>
          <a:lstStyle>
            <a:lvl1pPr algn="r">
              <a:defRPr sz="1000" b="1">
                <a:solidFill>
                  <a:schemeClr val="accent1"/>
                </a:solidFill>
              </a:defRPr>
            </a:lvl1pPr>
            <a:lvl2pPr marL="0" indent="0" algn="r">
              <a:lnSpc>
                <a:spcPct val="90000"/>
              </a:lnSpc>
              <a:spcBef>
                <a:spcPts val="200"/>
              </a:spcBef>
              <a:spcAft>
                <a:spcPts val="200"/>
              </a:spcAft>
              <a:buFont typeface="Arial" panose="020B0604020202020204" pitchFamily="34" charset="0"/>
              <a:buNone/>
              <a:defRPr sz="1000" b="0">
                <a:solidFill>
                  <a:schemeClr val="accent1"/>
                </a:solidFill>
              </a:defRPr>
            </a:lvl2pPr>
            <a:lvl3pPr marL="0" indent="0" algn="l">
              <a:lnSpc>
                <a:spcPct val="90000"/>
              </a:lnSpc>
              <a:spcBef>
                <a:spcPts val="200"/>
              </a:spcBef>
              <a:spcAft>
                <a:spcPts val="200"/>
              </a:spcAft>
              <a:buNone/>
              <a:defRPr sz="1000" b="0">
                <a:solidFill>
                  <a:schemeClr val="accent1"/>
                </a:solidFill>
              </a:defRPr>
            </a:lvl3pPr>
            <a:lvl4pPr marL="0" indent="0" algn="l">
              <a:lnSpc>
                <a:spcPct val="90000"/>
              </a:lnSpc>
              <a:spcBef>
                <a:spcPts val="200"/>
              </a:spcBef>
              <a:spcAft>
                <a:spcPts val="200"/>
              </a:spcAft>
              <a:buNone/>
              <a:defRPr sz="1000" b="0">
                <a:solidFill>
                  <a:schemeClr val="accent1"/>
                </a:solidFill>
              </a:defRPr>
            </a:lvl4pPr>
            <a:lvl5pPr marL="0" indent="0" algn="l">
              <a:lnSpc>
                <a:spcPct val="90000"/>
              </a:lnSpc>
              <a:spcBef>
                <a:spcPts val="200"/>
              </a:spcBef>
              <a:spcAft>
                <a:spcPts val="200"/>
              </a:spcAft>
              <a:buNone/>
              <a:defRPr sz="1000" b="0">
                <a:solidFill>
                  <a:schemeClr val="accent1"/>
                </a:solidFill>
              </a:defRPr>
            </a:lvl5pPr>
            <a:lvl6pPr marL="0" indent="0">
              <a:lnSpc>
                <a:spcPct val="90000"/>
              </a:lnSpc>
              <a:spcBef>
                <a:spcPts val="200"/>
              </a:spcBef>
              <a:spcAft>
                <a:spcPts val="200"/>
              </a:spcAft>
              <a:buFont typeface="Arial" panose="020B0604020202020204" pitchFamily="34" charset="0"/>
              <a:buNone/>
              <a:defRPr sz="1000" b="0">
                <a:solidFill>
                  <a:schemeClr val="accent1"/>
                </a:solidFill>
              </a:defRPr>
            </a:lvl6pPr>
            <a:lvl7pPr marL="0" indent="0">
              <a:lnSpc>
                <a:spcPct val="90000"/>
              </a:lnSpc>
              <a:spcBef>
                <a:spcPts val="200"/>
              </a:spcBef>
              <a:spcAft>
                <a:spcPts val="200"/>
              </a:spcAft>
              <a:buFont typeface="Arial" panose="020B0604020202020204" pitchFamily="34" charset="0"/>
              <a:buNone/>
              <a:defRPr sz="1000" b="0">
                <a:solidFill>
                  <a:schemeClr val="accent1"/>
                </a:solidFill>
              </a:defRPr>
            </a:lvl7pPr>
            <a:lvl8pPr marL="0" indent="0">
              <a:lnSpc>
                <a:spcPct val="90000"/>
              </a:lnSpc>
              <a:spcBef>
                <a:spcPts val="200"/>
              </a:spcBef>
              <a:spcAft>
                <a:spcPts val="200"/>
              </a:spcAft>
              <a:buFont typeface="Arial" panose="020B0604020202020204" pitchFamily="34" charset="0"/>
              <a:buNone/>
              <a:defRPr sz="1000" b="0">
                <a:solidFill>
                  <a:schemeClr val="accent1"/>
                </a:solidFill>
              </a:defRPr>
            </a:lvl8pPr>
            <a:lvl9pPr marL="0" indent="0">
              <a:lnSpc>
                <a:spcPct val="90000"/>
              </a:lnSpc>
              <a:spcBef>
                <a:spcPts val="200"/>
              </a:spcBef>
              <a:spcAft>
                <a:spcPts val="200"/>
              </a:spcAft>
              <a:buFont typeface="Arial" panose="020B0604020202020204" pitchFamily="34" charset="0"/>
              <a:buNone/>
              <a:defRPr sz="1000" b="0">
                <a:solidFill>
                  <a:schemeClr val="accent1"/>
                </a:solidFill>
              </a:defRPr>
            </a:lvl9pPr>
          </a:lstStyle>
          <a:p>
            <a:pPr lvl="0"/>
            <a:r>
              <a:rPr lang="en-US"/>
              <a:t>Click to edit Master text styles</a:t>
            </a:r>
          </a:p>
          <a:p>
            <a:pPr lvl="1"/>
            <a:r>
              <a:rPr lang="en-US"/>
              <a:t>Second level</a:t>
            </a:r>
          </a:p>
        </p:txBody>
      </p:sp>
    </p:spTree>
    <p:custDataLst>
      <p:tags r:id="rId1"/>
    </p:custDataLst>
    <p:extLst>
      <p:ext uri="{BB962C8B-B14F-4D97-AF65-F5344CB8AC3E}">
        <p14:creationId xmlns:p14="http://schemas.microsoft.com/office/powerpoint/2010/main" val="2501574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3" cy="912284"/>
          </a:xfrm>
        </p:spPr>
        <p:txBody>
          <a:bodyPr/>
          <a:lstStyle>
            <a:lvl1pPr>
              <a:defRPr/>
            </a:lvl1pPr>
          </a:lstStyle>
          <a:p>
            <a:r>
              <a:rPr lang="en-US"/>
              <a:t>Video </a:t>
            </a:r>
            <a:br>
              <a:rPr lang="en-US"/>
            </a:br>
            <a:r>
              <a:rPr lang="en-US"/>
              <a:t>Slide</a:t>
            </a:r>
          </a:p>
        </p:txBody>
      </p:sp>
      <p:sp>
        <p:nvSpPr>
          <p:cNvPr id="6" name="Text Placeholder 6"/>
          <p:cNvSpPr>
            <a:spLocks noGrp="1"/>
          </p:cNvSpPr>
          <p:nvPr>
            <p:ph type="body" sz="quarter" idx="14"/>
          </p:nvPr>
        </p:nvSpPr>
        <p:spPr bwMode="gray">
          <a:xfrm>
            <a:off x="431801" y="1701800"/>
            <a:ext cx="2544233"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bwMode="gray">
          <a:xfrm>
            <a:off x="3359153"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Media Placeholder 8"/>
          <p:cNvSpPr>
            <a:spLocks noGrp="1"/>
          </p:cNvSpPr>
          <p:nvPr>
            <p:ph type="media" sz="quarter" idx="15" hasCustomPrompt="1"/>
          </p:nvPr>
        </p:nvSpPr>
        <p:spPr bwMode="gray">
          <a:xfrm>
            <a:off x="3359153" y="452967"/>
            <a:ext cx="8401051" cy="5568952"/>
          </a:xfrm>
          <a:solidFill>
            <a:schemeClr val="tx1">
              <a:lumMod val="85000"/>
              <a:lumOff val="15000"/>
            </a:schemeClr>
          </a:solidFill>
        </p:spPr>
        <p:txBody>
          <a:bodyPr bIns="720000" anchor="ctr"/>
          <a:lstStyle>
            <a:lvl1pPr algn="ctr">
              <a:defRPr sz="900" baseline="0">
                <a:solidFill>
                  <a:schemeClr val="bg1"/>
                </a:solidFill>
              </a:defRPr>
            </a:lvl1pPr>
          </a:lstStyle>
          <a:p>
            <a:r>
              <a:rPr lang="de-DE"/>
              <a:t>Click </a:t>
            </a:r>
            <a:r>
              <a:rPr lang="de-DE" err="1"/>
              <a:t>the</a:t>
            </a:r>
            <a:r>
              <a:rPr lang="de-DE"/>
              <a:t> </a:t>
            </a:r>
            <a:r>
              <a:rPr lang="de-DE" err="1"/>
              <a:t>icon</a:t>
            </a:r>
            <a:r>
              <a:rPr lang="de-DE"/>
              <a:t> </a:t>
            </a:r>
            <a:br>
              <a:rPr lang="de-DE"/>
            </a:br>
            <a:r>
              <a:rPr lang="de-DE" err="1"/>
              <a:t>to</a:t>
            </a:r>
            <a:r>
              <a:rPr lang="de-DE"/>
              <a:t> </a:t>
            </a:r>
            <a:r>
              <a:rPr lang="de-DE" err="1"/>
              <a:t>insert</a:t>
            </a:r>
            <a:r>
              <a:rPr lang="de-DE"/>
              <a:t> a </a:t>
            </a:r>
            <a:r>
              <a:rPr lang="de-DE" err="1"/>
              <a:t>video</a:t>
            </a:r>
            <a:endParaRPr lang="en-US"/>
          </a:p>
        </p:txBody>
      </p:sp>
      <p:sp>
        <p:nvSpPr>
          <p:cNvPr id="18" name="Date Placeholder 17"/>
          <p:cNvSpPr>
            <a:spLocks noGrp="1"/>
          </p:cNvSpPr>
          <p:nvPr>
            <p:ph type="dt" sz="half" idx="16"/>
          </p:nvPr>
        </p:nvSpPr>
        <p:spPr bwMode="gray"/>
        <p:txBody>
          <a:bodyPr/>
          <a:lstStyle/>
          <a:p>
            <a:fld id="{4F1F5FBD-27FC-4163-A1A3-A182CCE72DD4}" type="datetime1">
              <a:rPr lang="en-US" smtClean="0"/>
              <a:t>10/8/2025</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5455309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8" y="1365251"/>
            <a:ext cx="5089163" cy="1007632"/>
          </a:xfrm>
        </p:spPr>
        <p:txBody>
          <a:bodyPr/>
          <a:lstStyle>
            <a:lvl1pPr>
              <a:defRPr sz="6000" spc="-150">
                <a:solidFill>
                  <a:schemeClr val="accent1"/>
                </a:solidFill>
              </a:defRPr>
            </a:lvl1pPr>
          </a:lstStyle>
          <a:p>
            <a:r>
              <a:rPr lang="en-US"/>
              <a:t>Contact.</a:t>
            </a:r>
          </a:p>
        </p:txBody>
      </p:sp>
      <p:pic>
        <p:nvPicPr>
          <p:cNvPr id="12"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8" name="Rectangle 17"/>
          <p:cNvSpPr>
            <a:spLocks noChangeArrowheads="1"/>
          </p:cNvSpPr>
          <p:nvPr userDrawn="1"/>
        </p:nvSpPr>
        <p:spPr bwMode="gray">
          <a:xfrm>
            <a:off x="1510095" y="4341567"/>
            <a:ext cx="10250106" cy="1968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effectLst/>
                <a:cs typeface="Arial" panose="020B0604020202020204" pitchFamily="34" charset="0"/>
              </a:rPr>
              <a:t>About Dr. Reddy’s</a:t>
            </a:r>
            <a:r>
              <a:rPr lang="en-US" sz="600" kern="1200">
                <a:solidFill>
                  <a:schemeClr val="tx1"/>
                </a:solidFill>
                <a:effectLst/>
                <a:cs typeface="Arial" panose="020B0604020202020204" pitchFamily="34" charset="0"/>
              </a:rPr>
              <a:t>: Dr. Reddy’s Laboratories Ltd. (BSE: 500124, NSE: DRREDDY,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a:t>
            </a:r>
            <a:r>
              <a:rPr lang="en-US" sz="600" kern="1200" err="1">
                <a:solidFill>
                  <a:schemeClr val="tx1"/>
                </a:solidFill>
                <a:effectLst/>
                <a:cs typeface="Arial" panose="020B0604020202020204" pitchFamily="34" charset="0"/>
              </a:rPr>
              <a:t>biosimilars</a:t>
            </a:r>
            <a:r>
              <a:rPr lang="en-US" sz="600" kern="1200">
                <a:solidFill>
                  <a:schemeClr val="tx1"/>
                </a:solidFill>
                <a:effectLst/>
                <a:cs typeface="Arial" panose="020B0604020202020204" pitchFamily="34" charset="0"/>
              </a:rPr>
              <a:t> and differentiated formulations. Our major therapeutic areas of focus are gastrointestinal, cardiovascular, </a:t>
            </a:r>
            <a:r>
              <a:rPr lang="en-US" sz="600" kern="1200" err="1">
                <a:solidFill>
                  <a:schemeClr val="tx1"/>
                </a:solidFill>
                <a:effectLst/>
                <a:cs typeface="Arial" panose="020B0604020202020204" pitchFamily="34" charset="0"/>
              </a:rPr>
              <a:t>diabetology</a:t>
            </a:r>
            <a:r>
              <a:rPr lang="en-US" sz="600" kern="1200">
                <a:solidFill>
                  <a:schemeClr val="tx1"/>
                </a:solidFill>
                <a:effectLst/>
                <a:cs typeface="Arial" panose="020B0604020202020204" pitchFamily="34" charset="0"/>
              </a:rPr>
              <a:t>, oncology, pain management and dermatology. Dr. Reddy’s operates in markets across the globe. Our major markets include – USA, India, Russia and other CIS countries. For more information, log on to: </a:t>
            </a:r>
            <a:r>
              <a:rPr lang="en-US" sz="600" kern="1200">
                <a:solidFill>
                  <a:schemeClr val="tx1"/>
                </a:solidFill>
                <a:effectLst/>
                <a:cs typeface="Arial" panose="020B0604020202020204" pitchFamily="34" charset="0"/>
                <a:hlinkClick r:id="rId4"/>
              </a:rPr>
              <a:t>www.drreddys.com</a:t>
            </a:r>
            <a:endParaRPr lang="en-US" sz="600" kern="1200">
              <a:solidFill>
                <a:schemeClr val="tx1"/>
              </a:solidFill>
              <a:effectLst/>
              <a:cs typeface="Arial" panose="020B0604020202020204" pitchFamily="34" charset="0"/>
            </a:endParaRPr>
          </a:p>
          <a:p>
            <a:endParaRPr lang="en-US" sz="600" b="1" kern="1200">
              <a:solidFill>
                <a:schemeClr val="tx1"/>
              </a:solidFill>
              <a:effectLst/>
              <a:cs typeface="Arial" panose="020B0604020202020204" pitchFamily="34" charset="0"/>
            </a:endParaRPr>
          </a:p>
          <a:p>
            <a:r>
              <a:rPr lang="en-US" sz="600" b="1" kern="1200">
                <a:solidFill>
                  <a:schemeClr val="tx1"/>
                </a:solidFill>
                <a:effectLst/>
                <a:cs typeface="Arial" panose="020B0604020202020204" pitchFamily="34" charset="0"/>
              </a:rPr>
              <a:t>Disclaimer: </a:t>
            </a:r>
            <a:r>
              <a:rPr lang="en-US" sz="600" kern="1200">
                <a:solidFill>
                  <a:schemeClr val="tx1"/>
                </a:solidFill>
                <a:effectLst/>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(i)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reorganization , including related integration issues.</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 </a:t>
            </a:r>
            <a:endParaRPr lang="en-IN" sz="600" kern="1200">
              <a:solidFill>
                <a:schemeClr val="tx1"/>
              </a:solidFill>
              <a:effectLst/>
              <a:cs typeface="Arial" panose="020B0604020202020204" pitchFamily="34" charset="0"/>
            </a:endParaRPr>
          </a:p>
          <a:p>
            <a:r>
              <a:rPr lang="en-US" sz="600" kern="1200">
                <a:solidFill>
                  <a:schemeClr val="tx1"/>
                </a:solidFill>
                <a:effectLst/>
                <a:cs typeface="Arial" panose="020B0604020202020204" pitchFamily="34" charset="0"/>
              </a:rPr>
              <a:t>The company assumes no obligation to update any information contained herein.</a:t>
            </a:r>
          </a:p>
          <a:p>
            <a:endParaRPr lang="de-DE" sz="600">
              <a:solidFill>
                <a:schemeClr val="tx1"/>
              </a:solidFill>
              <a:cs typeface="Arial" panose="020B0604020202020204" pitchFamily="34" charset="0"/>
            </a:endParaRPr>
          </a:p>
          <a:p>
            <a:r>
              <a:rPr lang="en-IN" sz="600" b="1">
                <a:solidFill>
                  <a:schemeClr val="tx1"/>
                </a:solidFill>
                <a:cs typeface="Arial" panose="020B0604020202020204" pitchFamily="34" charset="0"/>
              </a:rPr>
              <a:t>Registered Office: </a:t>
            </a:r>
            <a:r>
              <a:rPr lang="en-IN" sz="600" err="1">
                <a:solidFill>
                  <a:schemeClr val="tx1"/>
                </a:solidFill>
                <a:cs typeface="Arial" panose="020B0604020202020204" pitchFamily="34" charset="0"/>
              </a:rPr>
              <a:t>Dr.</a:t>
            </a:r>
            <a:r>
              <a:rPr lang="en-IN" sz="600">
                <a:solidFill>
                  <a:schemeClr val="tx1"/>
                </a:solidFill>
                <a:cs typeface="Arial" panose="020B0604020202020204" pitchFamily="34" charset="0"/>
              </a:rPr>
              <a:t> Reddy’s Laboratories Ltd. 8-2-337 | Road No. 3, Banjara Hills, Hyderabad - 500034, Telangana, India. </a:t>
            </a:r>
          </a:p>
          <a:p>
            <a:r>
              <a:rPr lang="en-IN" sz="600">
                <a:solidFill>
                  <a:schemeClr val="tx1"/>
                </a:solidFill>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3" name="Text Placeholder 9"/>
          <p:cNvSpPr>
            <a:spLocks noGrp="1"/>
          </p:cNvSpPr>
          <p:nvPr>
            <p:ph type="body" sz="quarter" idx="11" hasCustomPrompt="1"/>
          </p:nvPr>
        </p:nvSpPr>
        <p:spPr bwMode="gray">
          <a:xfrm>
            <a:off x="1525076"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4" name="Text Placeholder 9"/>
          <p:cNvSpPr>
            <a:spLocks noGrp="1"/>
          </p:cNvSpPr>
          <p:nvPr>
            <p:ph type="body" sz="quarter" idx="12" hasCustomPrompt="1"/>
          </p:nvPr>
        </p:nvSpPr>
        <p:spPr bwMode="gray">
          <a:xfrm>
            <a:off x="1525076"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26" name="Text Placeholder 9"/>
          <p:cNvSpPr>
            <a:spLocks noGrp="1"/>
          </p:cNvSpPr>
          <p:nvPr>
            <p:ph type="body" sz="quarter" idx="14" hasCustomPrompt="1"/>
          </p:nvPr>
        </p:nvSpPr>
        <p:spPr bwMode="gray">
          <a:xfrm>
            <a:off x="5397220" y="2420892"/>
            <a:ext cx="3435633" cy="305561"/>
          </a:xfrm>
        </p:spPr>
        <p:txBody>
          <a:bodyPr anchor="b"/>
          <a:lstStyle>
            <a:lvl1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Position</a:t>
            </a:r>
            <a:endParaRPr lang="en-US"/>
          </a:p>
        </p:txBody>
      </p:sp>
      <p:sp>
        <p:nvSpPr>
          <p:cNvPr id="27" name="Text Placeholder 9"/>
          <p:cNvSpPr>
            <a:spLocks noGrp="1"/>
          </p:cNvSpPr>
          <p:nvPr>
            <p:ph type="body" sz="quarter" idx="15" hasCustomPrompt="1"/>
          </p:nvPr>
        </p:nvSpPr>
        <p:spPr bwMode="gray">
          <a:xfrm>
            <a:off x="5397220" y="2724336"/>
            <a:ext cx="3435633" cy="290265"/>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First </a:t>
            </a:r>
            <a:r>
              <a:rPr lang="de-DE" err="1"/>
              <a:t>name</a:t>
            </a:r>
            <a:r>
              <a:rPr lang="de-DE"/>
              <a:t> Last </a:t>
            </a:r>
            <a:r>
              <a:rPr lang="de-DE" err="1"/>
              <a:t>name</a:t>
            </a:r>
            <a:endParaRPr lang="en-US"/>
          </a:p>
        </p:txBody>
      </p:sp>
      <p:sp>
        <p:nvSpPr>
          <p:cNvPr id="28" name="Text Placeholder 9"/>
          <p:cNvSpPr>
            <a:spLocks noGrp="1"/>
          </p:cNvSpPr>
          <p:nvPr>
            <p:ph type="body" sz="quarter" idx="16" hasCustomPrompt="1"/>
          </p:nvPr>
        </p:nvSpPr>
        <p:spPr bwMode="gray">
          <a:xfrm>
            <a:off x="5397220" y="3014602"/>
            <a:ext cx="3435633" cy="750953"/>
          </a:xfrm>
        </p:spPr>
        <p:txBody>
          <a:bodyPr/>
          <a:lstStyle>
            <a:lvl1pPr marL="0" indent="0">
              <a:lnSpc>
                <a:spcPct val="100000"/>
              </a:lnSpc>
              <a:spcBef>
                <a:spcPts val="0"/>
              </a:spcBef>
              <a:spcAft>
                <a:spcPts val="0"/>
              </a:spcAft>
              <a:buFont typeface="Arial" panose="020B0604020202020204" pitchFamily="34" charset="0"/>
              <a:buNone/>
              <a:defRPr sz="1100" b="0" baseline="0">
                <a:solidFill>
                  <a:schemeClr val="accent1"/>
                </a:solidFill>
                <a:latin typeface="+mn-lt"/>
              </a:defRPr>
            </a:lvl1pPr>
            <a:lvl2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2pPr>
            <a:lvl3pPr marL="0" indent="0">
              <a:lnSpc>
                <a:spcPct val="100000"/>
              </a:lnSpc>
              <a:spcBef>
                <a:spcPts val="0"/>
              </a:spcBef>
              <a:spcAft>
                <a:spcPts val="0"/>
              </a:spcAft>
              <a:buNone/>
              <a:defRPr sz="1100" b="0">
                <a:solidFill>
                  <a:schemeClr val="accent1"/>
                </a:solidFill>
                <a:latin typeface="+mj-lt"/>
              </a:defRPr>
            </a:lvl3pPr>
            <a:lvl4pPr marL="0" indent="0">
              <a:lnSpc>
                <a:spcPct val="100000"/>
              </a:lnSpc>
              <a:spcBef>
                <a:spcPts val="0"/>
              </a:spcBef>
              <a:spcAft>
                <a:spcPts val="0"/>
              </a:spcAft>
              <a:buNone/>
              <a:defRPr sz="1100" b="0">
                <a:solidFill>
                  <a:schemeClr val="accent1"/>
                </a:solidFill>
                <a:latin typeface="+mj-lt"/>
              </a:defRPr>
            </a:lvl4pPr>
            <a:lvl5pPr marL="0" indent="0">
              <a:lnSpc>
                <a:spcPct val="100000"/>
              </a:lnSpc>
              <a:spcBef>
                <a:spcPts val="0"/>
              </a:spcBef>
              <a:spcAft>
                <a:spcPts val="0"/>
              </a:spcAft>
              <a:buNone/>
              <a:defRPr sz="1100"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00" b="0">
                <a:solidFill>
                  <a:schemeClr val="accent1"/>
                </a:solidFill>
                <a:latin typeface="+mj-lt"/>
              </a:defRPr>
            </a:lvl9pPr>
          </a:lstStyle>
          <a:p>
            <a:pPr lvl="0"/>
            <a:r>
              <a:rPr lang="de-DE"/>
              <a:t>Mail</a:t>
            </a:r>
            <a:br>
              <a:rPr lang="de-DE"/>
            </a:br>
            <a:r>
              <a:rPr lang="de-DE"/>
              <a:t>Phone</a:t>
            </a:r>
            <a:endParaRPr lang="en-US"/>
          </a:p>
        </p:txBody>
      </p:sp>
      <p:sp>
        <p:nvSpPr>
          <p:cNvPr id="11" name="Date Placeholder 2"/>
          <p:cNvSpPr>
            <a:spLocks noGrp="1"/>
          </p:cNvSpPr>
          <p:nvPr>
            <p:ph type="dt" sz="half" idx="17"/>
          </p:nvPr>
        </p:nvSpPr>
        <p:spPr>
          <a:xfrm>
            <a:off x="10848529" y="7077407"/>
            <a:ext cx="624070" cy="96011"/>
          </a:xfrm>
        </p:spPr>
        <p:txBody>
          <a:bodyPr/>
          <a:lstStyle>
            <a:lvl1pPr>
              <a:defRPr sz="300">
                <a:solidFill>
                  <a:schemeClr val="bg1">
                    <a:lumMod val="75000"/>
                    <a:alpha val="0"/>
                  </a:schemeClr>
                </a:solidFill>
              </a:defRPr>
            </a:lvl1pPr>
          </a:lstStyle>
          <a:p>
            <a:fld id="{1DAB84EA-0DE7-42BE-BB40-84BC121DC46D}" type="datetime1">
              <a:rPr lang="en-US" smtClean="0"/>
              <a:t>10/8/2025</a:t>
            </a:fld>
            <a:endParaRPr lang="en-US"/>
          </a:p>
        </p:txBody>
      </p:sp>
      <p:sp>
        <p:nvSpPr>
          <p:cNvPr id="13" name="Footer Placeholder 3"/>
          <p:cNvSpPr>
            <a:spLocks noGrp="1"/>
          </p:cNvSpPr>
          <p:nvPr>
            <p:ph type="ftr" sz="quarter" idx="18"/>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444813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Text Placeholder 10"/>
          <p:cNvSpPr>
            <a:spLocks noGrp="1"/>
          </p:cNvSpPr>
          <p:nvPr>
            <p:ph type="body" sz="quarter" idx="21" hasCustomPrompt="1"/>
          </p:nvPr>
        </p:nvSpPr>
        <p:spPr bwMode="gray">
          <a:xfrm>
            <a:off x="5645502" y="-1868912"/>
            <a:ext cx="2774401"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2" name="Title 1"/>
          <p:cNvSpPr>
            <a:spLocks noGrp="1"/>
          </p:cNvSpPr>
          <p:nvPr>
            <p:ph type="ctrTitle" hasCustomPrompt="1"/>
          </p:nvPr>
        </p:nvSpPr>
        <p:spPr bwMode="gray">
          <a:xfrm>
            <a:off x="1199458" y="1365253"/>
            <a:ext cx="5089163" cy="3983963"/>
          </a:xfrm>
        </p:spPr>
        <p:txBody>
          <a:bodyPr>
            <a:normAutofit/>
          </a:bodyPr>
          <a:lstStyle>
            <a:lvl1pPr>
              <a:defRPr sz="4800" spc="-150">
                <a:solidFill>
                  <a:schemeClr val="accent1"/>
                </a:solidFill>
              </a:defRPr>
            </a:lvl1pPr>
          </a:lstStyle>
          <a:p>
            <a:r>
              <a:rPr lang="en-US"/>
              <a:t>Use this slide to start a new chapter</a:t>
            </a:r>
          </a:p>
        </p:txBody>
      </p:sp>
      <p:pic>
        <p:nvPicPr>
          <p:cNvPr id="10" name="Picture 24"/>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gray">
          <a:xfrm>
            <a:off x="9509571" y="5883232"/>
            <a:ext cx="2250630" cy="4900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900" baseline="0">
                <a:solidFill>
                  <a:schemeClr val="bg1"/>
                </a:solidFill>
              </a:defRPr>
            </a:lvl1pPr>
          </a:lstStyle>
          <a:p>
            <a:pPr lvl="0"/>
            <a:r>
              <a:rPr lang="de-DE"/>
              <a:t>Click </a:t>
            </a:r>
            <a:r>
              <a:rPr lang="de-DE" err="1"/>
              <a:t>the</a:t>
            </a:r>
            <a:r>
              <a:rPr lang="de-DE"/>
              <a:t> </a:t>
            </a:r>
            <a:r>
              <a:rPr lang="de-DE" err="1"/>
              <a:t>icon</a:t>
            </a:r>
            <a:r>
              <a:rPr lang="de-DE"/>
              <a:t> </a:t>
            </a:r>
            <a:br>
              <a:rPr lang="de-DE"/>
            </a:br>
            <a:r>
              <a:rPr lang="de-DE" err="1"/>
              <a:t>to</a:t>
            </a:r>
            <a:r>
              <a:rPr lang="de-DE"/>
              <a:t> </a:t>
            </a:r>
            <a:r>
              <a:rPr lang="de-DE" err="1"/>
              <a:t>add</a:t>
            </a:r>
            <a:r>
              <a:rPr lang="de-DE"/>
              <a:t> an </a:t>
            </a:r>
            <a:r>
              <a:rPr lang="de-DE" err="1"/>
              <a:t>images</a:t>
            </a:r>
            <a:endParaRPr lang="en-US"/>
          </a:p>
        </p:txBody>
      </p:sp>
      <p:sp>
        <p:nvSpPr>
          <p:cNvPr id="9" name="Text Placeholder 10"/>
          <p:cNvSpPr>
            <a:spLocks noGrp="1"/>
          </p:cNvSpPr>
          <p:nvPr>
            <p:ph type="body" sz="quarter" idx="22" hasCustomPrompt="1"/>
          </p:nvPr>
        </p:nvSpPr>
        <p:spPr bwMode="gray">
          <a:xfrm>
            <a:off x="11482226" y="3894125"/>
            <a:ext cx="1262401"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00" b="0" baseline="0">
                <a:solidFill>
                  <a:schemeClr val="accent1">
                    <a:alpha val="0"/>
                  </a:schemeClr>
                </a:solidFill>
                <a:latin typeface="+mn-lt"/>
              </a:defRPr>
            </a:lvl1pPr>
            <a:lvl2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00" b="0">
                <a:solidFill>
                  <a:schemeClr val="accent1">
                    <a:alpha val="0"/>
                  </a:schemeClr>
                </a:solidFill>
                <a:latin typeface="+mn-lt"/>
              </a:defRPr>
            </a:lvl9pPr>
          </a:lstStyle>
          <a:p>
            <a:pPr lvl="0"/>
            <a:r>
              <a:rPr lang="de-DE"/>
              <a:t> </a:t>
            </a:r>
          </a:p>
        </p:txBody>
      </p:sp>
      <p:sp>
        <p:nvSpPr>
          <p:cNvPr id="8" name="Date Placeholder 2"/>
          <p:cNvSpPr>
            <a:spLocks noGrp="1"/>
          </p:cNvSpPr>
          <p:nvPr>
            <p:ph type="dt" sz="half" idx="10"/>
          </p:nvPr>
        </p:nvSpPr>
        <p:spPr>
          <a:xfrm>
            <a:off x="10848529" y="7077407"/>
            <a:ext cx="624070" cy="96011"/>
          </a:xfrm>
        </p:spPr>
        <p:txBody>
          <a:bodyPr/>
          <a:lstStyle>
            <a:lvl1pPr>
              <a:defRPr sz="300">
                <a:solidFill>
                  <a:schemeClr val="bg1">
                    <a:lumMod val="75000"/>
                    <a:alpha val="0"/>
                  </a:schemeClr>
                </a:solidFill>
              </a:defRPr>
            </a:lvl1pPr>
          </a:lstStyle>
          <a:p>
            <a:fld id="{4940080B-7CF8-4FEA-96C3-146AF1F5E67F}" type="datetime1">
              <a:rPr lang="en-US" smtClean="0"/>
              <a:t>10/8/2025</a:t>
            </a:fld>
            <a:endParaRPr lang="en-US"/>
          </a:p>
        </p:txBody>
      </p:sp>
      <p:sp>
        <p:nvSpPr>
          <p:cNvPr id="11" name="Footer Placeholder 3"/>
          <p:cNvSpPr>
            <a:spLocks noGrp="1"/>
          </p:cNvSpPr>
          <p:nvPr>
            <p:ph type="ftr" sz="quarter" idx="11"/>
          </p:nvPr>
        </p:nvSpPr>
        <p:spPr>
          <a:xfrm>
            <a:off x="9215968" y="7077407"/>
            <a:ext cx="1632562" cy="96011"/>
          </a:xfrm>
        </p:spPr>
        <p:txBody>
          <a:bodyPr/>
          <a:lstStyle>
            <a:lvl1pPr>
              <a:defRPr sz="3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7"/>
            <a:ext cx="287602" cy="96011"/>
          </a:xfrm>
        </p:spPr>
        <p:txBody>
          <a:bodyPr/>
          <a:lstStyle>
            <a:lvl1pPr>
              <a:defRPr sz="300">
                <a:solidFill>
                  <a:schemeClr val="bg1">
                    <a:lumMod val="75000"/>
                    <a:alpha val="0"/>
                  </a:schemeClr>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538250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4" name="Date Placeholder 3"/>
          <p:cNvSpPr>
            <a:spLocks noGrp="1"/>
          </p:cNvSpPr>
          <p:nvPr>
            <p:ph type="dt" sz="half" idx="10"/>
          </p:nvPr>
        </p:nvSpPr>
        <p:spPr bwMode="gray"/>
        <p:txBody>
          <a:bodyPr/>
          <a:lstStyle/>
          <a:p>
            <a:fld id="{1B26A9AC-32EF-4C29-A2D7-C4503E40BA63}" type="datetime1">
              <a:rPr lang="en-US" smtClean="0"/>
              <a:t>10/8/2025</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269919" indent="-269919">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8380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8463" y="365129"/>
            <a:ext cx="11271312" cy="681795"/>
          </a:xfrm>
          <a:prstGeom prst="rect">
            <a:avLst/>
          </a:prstGeom>
        </p:spPr>
        <p:txBody>
          <a:bodyPr/>
          <a:lstStyle>
            <a:lvl1pPr>
              <a:defRPr b="1"/>
            </a:lvl1pPr>
          </a:lstStyle>
          <a:p>
            <a:r>
              <a:rPr lang="en-US"/>
              <a:t>Click to edit Master title style</a:t>
            </a:r>
          </a:p>
        </p:txBody>
      </p:sp>
      <p:sp>
        <p:nvSpPr>
          <p:cNvPr id="3" name="Content Placeholder 2"/>
          <p:cNvSpPr>
            <a:spLocks noGrp="1"/>
          </p:cNvSpPr>
          <p:nvPr>
            <p:ph idx="1"/>
          </p:nvPr>
        </p:nvSpPr>
        <p:spPr>
          <a:xfrm>
            <a:off x="488463" y="1428060"/>
            <a:ext cx="11271312" cy="4879975"/>
          </a:xfrm>
          <a:prstGeom prst="rect">
            <a:avLst/>
          </a:prstGeom>
        </p:spPr>
        <p:txBody>
          <a:bodyPr/>
          <a:lstStyle>
            <a:lvl1pPr>
              <a:defRPr sz="18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marL="2057400" indent="-228600">
              <a:buFont typeface="Arial" panose="020B0604020202020204" pitchFamily="34" charset="0"/>
              <a:buChar char="—"/>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a:xfrm>
            <a:off x="0" y="6641293"/>
            <a:ext cx="12228923" cy="228921"/>
          </a:xfrm>
          <a:prstGeom prst="rect">
            <a:avLst/>
          </a:prstGeom>
          <a:solidFill>
            <a:srgbClr val="5225B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2399"/>
          </a:p>
        </p:txBody>
      </p:sp>
      <p:sp>
        <p:nvSpPr>
          <p:cNvPr id="8" name="TextBox 7"/>
          <p:cNvSpPr txBox="1"/>
          <p:nvPr userDrawn="1"/>
        </p:nvSpPr>
        <p:spPr>
          <a:xfrm>
            <a:off x="11759774" y="6641800"/>
            <a:ext cx="403007" cy="195814"/>
          </a:xfrm>
          <a:prstGeom prst="rect">
            <a:avLst/>
          </a:prstGeom>
          <a:noFill/>
        </p:spPr>
        <p:txBody>
          <a:bodyPr wrap="square" lIns="36000" tIns="36000" rIns="36000" bIns="36000" rtlCol="0">
            <a:spAutoFit/>
          </a:bodyPr>
          <a:lstStyle/>
          <a:p>
            <a:pPr algn="r"/>
            <a:fld id="{D114361A-9650-4567-A504-D3079934A09B}" type="slidenum">
              <a:rPr lang="en-IN" sz="800" smtClean="0">
                <a:solidFill>
                  <a:schemeClr val="bg1"/>
                </a:solidFill>
              </a:rPr>
              <a:t>‹#›</a:t>
            </a:fld>
            <a:endParaRPr lang="en-IN" sz="800">
              <a:solidFill>
                <a:schemeClr val="bg1"/>
              </a:solidFill>
            </a:endParaRPr>
          </a:p>
        </p:txBody>
      </p:sp>
      <p:cxnSp>
        <p:nvCxnSpPr>
          <p:cNvPr id="12" name="Straight Connector 11"/>
          <p:cNvCxnSpPr/>
          <p:nvPr userDrawn="1"/>
        </p:nvCxnSpPr>
        <p:spPr>
          <a:xfrm>
            <a:off x="488461" y="1129376"/>
            <a:ext cx="11271313" cy="0"/>
          </a:xfrm>
          <a:prstGeom prst="line">
            <a:avLst/>
          </a:prstGeom>
          <a:ln w="12700">
            <a:solidFill>
              <a:srgbClr val="5225B5"/>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Box 20"/>
          <p:cNvSpPr txBox="1">
            <a:spLocks noChangeArrowheads="1"/>
          </p:cNvSpPr>
          <p:nvPr userDrawn="1"/>
        </p:nvSpPr>
        <p:spPr bwMode="auto">
          <a:xfrm>
            <a:off x="8082523" y="6660343"/>
            <a:ext cx="3874220" cy="182101"/>
          </a:xfrm>
          <a:prstGeom prst="rect">
            <a:avLst/>
          </a:prstGeom>
          <a:noFill/>
          <a:ln>
            <a:noFill/>
          </a:ln>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lnSpc>
                <a:spcPct val="80000"/>
              </a:lnSpc>
              <a:spcBef>
                <a:spcPct val="50000"/>
              </a:spcBef>
              <a:defRPr/>
            </a:pPr>
            <a:r>
              <a:rPr lang="en-US" sz="700" baseline="0">
                <a:solidFill>
                  <a:schemeClr val="bg1"/>
                </a:solidFill>
              </a:rPr>
              <a:t>Dr. Reddy’s Laboratories Ltd. </a:t>
            </a:r>
          </a:p>
        </p:txBody>
      </p:sp>
    </p:spTree>
    <p:extLst>
      <p:ext uri="{BB962C8B-B14F-4D97-AF65-F5344CB8AC3E}">
        <p14:creationId xmlns:p14="http://schemas.microsoft.com/office/powerpoint/2010/main" val="3121804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1" name="think-cell Slide" r:id="rId8" imgW="344" imgH="344" progId="TCLayout.ActiveDocument.1">
                  <p:embed/>
                </p:oleObj>
              </mc:Choice>
              <mc:Fallback>
                <p:oleObj name="think-cell Slide" r:id="rId8"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5"/>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6"/>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rgbClr val="5225B5"/>
                </a:solidFill>
              </a:defRPr>
            </a:lvl1pPr>
          </a:lstStyle>
          <a:p>
            <a:r>
              <a:rPr lang="en-US"/>
              <a:t>Click to edit Master title style</a:t>
            </a:r>
          </a:p>
        </p:txBody>
      </p:sp>
    </p:spTree>
    <p:extLst>
      <p:ext uri="{BB962C8B-B14F-4D97-AF65-F5344CB8AC3E}">
        <p14:creationId xmlns:p14="http://schemas.microsoft.com/office/powerpoint/2010/main" val="270563932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5" name="think-cell Slide" r:id="rId10" imgW="413" imgH="416" progId="TCLayout.ActiveDocument.1">
                  <p:embed/>
                </p:oleObj>
              </mc:Choice>
              <mc:Fallback>
                <p:oleObj name="think-cell Slide" r:id="rId10"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4"/>
            </p:custDataLst>
          </p:nvPr>
        </p:nvSpPr>
        <p:spPr>
          <a:xfrm>
            <a:off x="554736" y="172212"/>
            <a:ext cx="11082528" cy="731520"/>
          </a:xfrm>
        </p:spPr>
        <p:txBody>
          <a:bodyPr vert="horz"/>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5"/>
            </p:custDataLst>
          </p:nvPr>
        </p:nvSpPr>
        <p:spPr>
          <a:xfrm>
            <a:off x="554736" y="884725"/>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8"/>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37972779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88D3EE-9302-928A-4807-761FF3294854}"/>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099" name="think-cell Slide" r:id="rId8" imgW="451" imgH="450" progId="TCLayout.ActiveDocument.1">
                  <p:embed/>
                </p:oleObj>
              </mc:Choice>
              <mc:Fallback>
                <p:oleObj name="think-cell Slide" r:id="rId8" imgW="451" imgH="450" progId="TCLayout.ActiveDocument.1">
                  <p:embed/>
                  <p:pic>
                    <p:nvPicPr>
                      <p:cNvPr id="5" name="Object 4" hidden="1">
                        <a:extLst>
                          <a:ext uri="{FF2B5EF4-FFF2-40B4-BE49-F238E27FC236}">
                            <a16:creationId xmlns:a16="http://schemas.microsoft.com/office/drawing/2014/main" id="{5488D3EE-9302-928A-4807-761FF3294854}"/>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7ACB1E33-E5FF-447C-86C8-D2AD164B7EF2}"/>
              </a:ext>
            </a:extLst>
          </p:cNvPr>
          <p:cNvSpPr>
            <a:spLocks noGrp="1"/>
          </p:cNvSpPr>
          <p:nvPr>
            <p:ph type="body" sz="quarter" idx="17" hasCustomPrompt="1"/>
            <p:custDataLst>
              <p:tags r:id="rId6"/>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67128297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AF9F0C2-7848-76B8-A0BC-5D4CA615340A}"/>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3" name="think-cell Slide" r:id="rId8" imgW="451" imgH="450" progId="TCLayout.ActiveDocument.1">
                  <p:embed/>
                </p:oleObj>
              </mc:Choice>
              <mc:Fallback>
                <p:oleObj name="think-cell Slide" r:id="rId8" imgW="451" imgH="450" progId="TCLayout.ActiveDocument.1">
                  <p:embed/>
                  <p:pic>
                    <p:nvPicPr>
                      <p:cNvPr id="4" name="Object 3" hidden="1">
                        <a:extLst>
                          <a:ext uri="{FF2B5EF4-FFF2-40B4-BE49-F238E27FC236}">
                            <a16:creationId xmlns:a16="http://schemas.microsoft.com/office/drawing/2014/main" id="{DAF9F0C2-7848-76B8-A0BC-5D4CA615340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6" name="1. On-page tracker">
            <a:extLst>
              <a:ext uri="{FF2B5EF4-FFF2-40B4-BE49-F238E27FC236}">
                <a16:creationId xmlns:a16="http://schemas.microsoft.com/office/drawing/2014/main" id="{A017FC45-BFA7-4FE7-9F1F-9561D7B0EF63}"/>
              </a:ext>
            </a:extLst>
          </p:cNvPr>
          <p:cNvSpPr>
            <a:spLocks noGrp="1"/>
          </p:cNvSpPr>
          <p:nvPr>
            <p:ph type="body" sz="quarter" idx="17" hasCustomPrompt="1"/>
            <p:custDataLst>
              <p:tags r:id="rId6"/>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683560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BC52834-97B5-2A2E-03E1-26C72A6F4AC3}"/>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7" name="think-cell Slide" r:id="rId8" imgW="451" imgH="450" progId="TCLayout.ActiveDocument.1">
                  <p:embed/>
                </p:oleObj>
              </mc:Choice>
              <mc:Fallback>
                <p:oleObj name="think-cell Slide" r:id="rId8" imgW="451" imgH="450" progId="TCLayout.ActiveDocument.1">
                  <p:embed/>
                  <p:pic>
                    <p:nvPicPr>
                      <p:cNvPr id="3" name="Object 2" hidden="1">
                        <a:extLst>
                          <a:ext uri="{FF2B5EF4-FFF2-40B4-BE49-F238E27FC236}">
                            <a16:creationId xmlns:a16="http://schemas.microsoft.com/office/drawing/2014/main" id="{CBC52834-97B5-2A2E-03E1-26C72A6F4AC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10F96B25-8621-4D4C-8F08-2DA28487B561}"/>
              </a:ext>
            </a:extLst>
          </p:cNvPr>
          <p:cNvSpPr>
            <a:spLocks noGrp="1"/>
          </p:cNvSpPr>
          <p:nvPr>
            <p:ph type="body" sz="quarter" idx="17" hasCustomPrompt="1"/>
            <p:custDataLst>
              <p:tags r:id="rId6"/>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3245399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DC28986-F34F-F20D-17E0-4D254B11E240}"/>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1" name="think-cell Slide" r:id="rId9" imgW="451" imgH="450" progId="TCLayout.ActiveDocument.1">
                  <p:embed/>
                </p:oleObj>
              </mc:Choice>
              <mc:Fallback>
                <p:oleObj name="think-cell Slide" r:id="rId9" imgW="451" imgH="450" progId="TCLayout.ActiveDocument.1">
                  <p:embed/>
                  <p:pic>
                    <p:nvPicPr>
                      <p:cNvPr id="3" name="Object 2" hidden="1">
                        <a:extLst>
                          <a:ext uri="{FF2B5EF4-FFF2-40B4-BE49-F238E27FC236}">
                            <a16:creationId xmlns:a16="http://schemas.microsoft.com/office/drawing/2014/main" id="{3DC28986-F34F-F20D-17E0-4D254B11E24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a:lnSpc>
                <a:spcPct val="105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1. On-page tracker">
            <a:extLst>
              <a:ext uri="{FF2B5EF4-FFF2-40B4-BE49-F238E27FC236}">
                <a16:creationId xmlns:a16="http://schemas.microsoft.com/office/drawing/2014/main" id="{06023FD6-0A46-4B41-8F49-E0D648510628}"/>
              </a:ext>
            </a:extLst>
          </p:cNvPr>
          <p:cNvSpPr>
            <a:spLocks noGrp="1"/>
          </p:cNvSpPr>
          <p:nvPr>
            <p:ph type="body" sz="quarter" idx="17" hasCustomPrompt="1"/>
            <p:custDataLst>
              <p:tags r:id="rId7"/>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5287212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5"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3413760" y="0"/>
            <a:ext cx="877824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3715757" y="6453769"/>
            <a:ext cx="7918704"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2514600"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3715757" y="1181906"/>
            <a:ext cx="7918704"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2514600"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744369"/>
            <a:ext cx="2514600" cy="769441"/>
          </a:xfrm>
        </p:spPr>
        <p:txBody>
          <a:bodyPr vert="horz" anchor="b">
            <a:noAutofit/>
          </a:bodyPr>
          <a:lstStyle>
            <a:lvl1pPr>
              <a:defRPr>
                <a:solidFill>
                  <a:srgbClr val="5225B5"/>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8" name="1. On-page tracker">
            <a:extLst>
              <a:ext uri="{FF2B5EF4-FFF2-40B4-BE49-F238E27FC236}">
                <a16:creationId xmlns:a16="http://schemas.microsoft.com/office/drawing/2014/main" id="{21EBF74E-7681-4FD1-8312-F1969708C2B4}"/>
              </a:ext>
            </a:extLst>
          </p:cNvPr>
          <p:cNvSpPr>
            <a:spLocks noGrp="1"/>
          </p:cNvSpPr>
          <p:nvPr>
            <p:ph type="body" sz="quarter" idx="17" hasCustomPrompt="1"/>
            <p:custDataLst>
              <p:tags r:id="rId13"/>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pic>
        <p:nvPicPr>
          <p:cNvPr id="7" name="Picture 6">
            <a:extLst>
              <a:ext uri="{FF2B5EF4-FFF2-40B4-BE49-F238E27FC236}">
                <a16:creationId xmlns:a16="http://schemas.microsoft.com/office/drawing/2014/main" id="{93EF42FA-CB74-955A-D8E8-05559E13F978}"/>
              </a:ext>
            </a:extLst>
          </p:cNvPr>
          <p:cNvPicPr>
            <a:picLocks noChangeAspect="1"/>
          </p:cNvPicPr>
          <p:nvPr userDrawn="1"/>
        </p:nvPicPr>
        <p:blipFill>
          <a:blip r:embed="rId17"/>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24360754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19"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5"/>
            </p:custDataLst>
          </p:nvPr>
        </p:nvCxnSpPr>
        <p:spPr>
          <a:xfrm>
            <a:off x="4671219" y="6453769"/>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6"/>
            </p:custDataLst>
          </p:nvPr>
        </p:nvCxnSpPr>
        <p:spPr>
          <a:xfrm>
            <a:off x="554736" y="6453769"/>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7"/>
            </p:custDataLst>
          </p:nvPr>
        </p:nvCxnSpPr>
        <p:spPr>
          <a:xfrm>
            <a:off x="4671219" y="1181906"/>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8"/>
            </p:custDataLst>
          </p:nvPr>
        </p:nvCxnSpPr>
        <p:spPr>
          <a:xfrm>
            <a:off x="554736" y="1181906"/>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9"/>
            </p:custDataLst>
          </p:nvPr>
        </p:nvSpPr>
        <p:spPr>
          <a:xfrm>
            <a:off x="554736" y="2744369"/>
            <a:ext cx="3465576" cy="769441"/>
          </a:xfrm>
          <a:prstGeom prst="rect">
            <a:avLst/>
          </a:prstGeom>
        </p:spPr>
        <p:txBody>
          <a:bodyPr vert="horz" wrap="square" anchor="b">
            <a:noAutofit/>
          </a:bodyPr>
          <a:lstStyle>
            <a:lvl1pPr algn="l">
              <a:defRPr>
                <a:solidFill>
                  <a:srgbClr val="5225B5"/>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0"/>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8" name="1. On-page tracker">
            <a:extLst>
              <a:ext uri="{FF2B5EF4-FFF2-40B4-BE49-F238E27FC236}">
                <a16:creationId xmlns:a16="http://schemas.microsoft.com/office/drawing/2014/main" id="{EBEB0180-CF25-470E-8580-7356ED77BB1F}"/>
              </a:ext>
            </a:extLst>
          </p:cNvPr>
          <p:cNvSpPr>
            <a:spLocks noGrp="1"/>
          </p:cNvSpPr>
          <p:nvPr>
            <p:ph type="body" sz="quarter" idx="17" hasCustomPrompt="1"/>
            <p:custDataLst>
              <p:tags r:id="rId12"/>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
        <p:nvSpPr>
          <p:cNvPr id="5" name="Slide Number">
            <a:extLst>
              <a:ext uri="{FF2B5EF4-FFF2-40B4-BE49-F238E27FC236}">
                <a16:creationId xmlns:a16="http://schemas.microsoft.com/office/drawing/2014/main" id="{D8A713B5-FA79-1443-42F9-B9C7617EFFC8}"/>
              </a:ext>
            </a:extLst>
          </p:cNvPr>
          <p:cNvSpPr>
            <a:spLocks noChangeArrowheads="1"/>
          </p:cNvSpPr>
          <p:nvPr userDrawn="1">
            <p:custDataLst>
              <p:tags r:id="rId13"/>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7" name="Picture 6">
            <a:extLst>
              <a:ext uri="{FF2B5EF4-FFF2-40B4-BE49-F238E27FC236}">
                <a16:creationId xmlns:a16="http://schemas.microsoft.com/office/drawing/2014/main" id="{053898D9-D6D6-5C25-4EF4-B4C187468264}"/>
              </a:ext>
            </a:extLst>
          </p:cNvPr>
          <p:cNvPicPr>
            <a:picLocks noChangeAspect="1"/>
          </p:cNvPicPr>
          <p:nvPr userDrawn="1"/>
        </p:nvPicPr>
        <p:blipFill>
          <a:blip r:embed="rId17"/>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11716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3"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5"/>
            </p:custDataLst>
          </p:nvPr>
        </p:nvCxnSpPr>
        <p:spPr>
          <a:xfrm>
            <a:off x="6573171" y="6453769"/>
            <a:ext cx="50657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6"/>
            </p:custDataLst>
          </p:nvPr>
        </p:nvCxnSpPr>
        <p:spPr>
          <a:xfrm>
            <a:off x="554736" y="6453769"/>
            <a:ext cx="50657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7"/>
            </p:custDataLst>
          </p:nvPr>
        </p:nvCxnSpPr>
        <p:spPr>
          <a:xfrm>
            <a:off x="6573171" y="1181906"/>
            <a:ext cx="50657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8"/>
            </p:custDataLst>
          </p:nvPr>
        </p:nvCxnSpPr>
        <p:spPr>
          <a:xfrm>
            <a:off x="554736" y="1181906"/>
            <a:ext cx="50657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9"/>
            </p:custDataLst>
          </p:nvPr>
        </p:nvCxnSpPr>
        <p:spPr>
          <a:xfrm>
            <a:off x="554736" y="1181906"/>
            <a:ext cx="50657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17221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884725"/>
            <a:ext cx="5065776"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3" name="1. On-page tracker">
            <a:extLst>
              <a:ext uri="{FF2B5EF4-FFF2-40B4-BE49-F238E27FC236}">
                <a16:creationId xmlns:a16="http://schemas.microsoft.com/office/drawing/2014/main" id="{B331A9DA-3A3F-418C-8927-1C2B40DBB88F}"/>
              </a:ext>
            </a:extLst>
          </p:cNvPr>
          <p:cNvSpPr>
            <a:spLocks noGrp="1"/>
          </p:cNvSpPr>
          <p:nvPr>
            <p:ph type="body" sz="quarter" idx="17" hasCustomPrompt="1"/>
            <p:custDataLst>
              <p:tags r:id="rId13"/>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
        <p:nvSpPr>
          <p:cNvPr id="4" name="Slide Number">
            <a:extLst>
              <a:ext uri="{FF2B5EF4-FFF2-40B4-BE49-F238E27FC236}">
                <a16:creationId xmlns:a16="http://schemas.microsoft.com/office/drawing/2014/main" id="{96AC36B6-B5AB-15E6-3577-2F1DA3B9F6C7}"/>
              </a:ext>
            </a:extLst>
          </p:cNvPr>
          <p:cNvSpPr>
            <a:spLocks noChangeArrowheads="1"/>
          </p:cNvSpPr>
          <p:nvPr userDrawn="1">
            <p:custDataLst>
              <p:tags r:id="rId14"/>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5" name="Picture 4">
            <a:extLst>
              <a:ext uri="{FF2B5EF4-FFF2-40B4-BE49-F238E27FC236}">
                <a16:creationId xmlns:a16="http://schemas.microsoft.com/office/drawing/2014/main" id="{41C93F81-DD98-4F7B-4208-3D9926C28095}"/>
              </a:ext>
            </a:extLst>
          </p:cNvPr>
          <p:cNvPicPr>
            <a:picLocks noChangeAspect="1"/>
          </p:cNvPicPr>
          <p:nvPr userDrawn="1"/>
        </p:nvPicPr>
        <p:blipFill>
          <a:blip r:embed="rId18"/>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513399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67"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554736" y="17221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5"/>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6"/>
            </p:custDataLst>
          </p:nvPr>
        </p:nvCxnSpPr>
        <p:spPr>
          <a:xfrm>
            <a:off x="8173371" y="6453769"/>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7"/>
            </p:custDataLst>
          </p:nvPr>
        </p:nvCxnSpPr>
        <p:spPr>
          <a:xfrm>
            <a:off x="554736" y="6453769"/>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8"/>
            </p:custDataLst>
          </p:nvPr>
        </p:nvCxnSpPr>
        <p:spPr>
          <a:xfrm>
            <a:off x="8173371" y="1181906"/>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9"/>
            </p:custDataLst>
          </p:nvPr>
        </p:nvCxnSpPr>
        <p:spPr>
          <a:xfrm>
            <a:off x="554736" y="1181906"/>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0"/>
            </p:custDataLst>
          </p:nvPr>
        </p:nvCxnSpPr>
        <p:spPr>
          <a:xfrm>
            <a:off x="554736" y="1181906"/>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1"/>
            </p:custDataLst>
          </p:nvPr>
        </p:nvSpPr>
        <p:spPr>
          <a:xfrm>
            <a:off x="554736" y="8847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2"/>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2" name="1. On-page tracker">
            <a:extLst>
              <a:ext uri="{FF2B5EF4-FFF2-40B4-BE49-F238E27FC236}">
                <a16:creationId xmlns:a16="http://schemas.microsoft.com/office/drawing/2014/main" id="{C9F4B9E2-8CBE-4C72-8316-55D330991DCD}"/>
              </a:ext>
            </a:extLst>
          </p:cNvPr>
          <p:cNvSpPr>
            <a:spLocks noGrp="1"/>
          </p:cNvSpPr>
          <p:nvPr>
            <p:ph type="body" sz="quarter" idx="17" hasCustomPrompt="1"/>
            <p:custDataLst>
              <p:tags r:id="rId13"/>
            </p:custDataLst>
          </p:nvPr>
        </p:nvSpPr>
        <p:spPr>
          <a:xfrm>
            <a:off x="8174736" y="89319"/>
            <a:ext cx="3465576" cy="123111"/>
          </a:xfrm>
        </p:spPr>
        <p:txBody>
          <a:bodyPr anchor="ctr" anchorCtr="0">
            <a:spAutoFit/>
          </a:bodyPr>
          <a:lstStyle>
            <a:lvl1pPr algn="r">
              <a:defRPr sz="800">
                <a:latin typeface="+mn-lt"/>
              </a:defRPr>
            </a:lvl1pPr>
          </a:lstStyle>
          <a:p>
            <a:pPr lvl="0"/>
            <a:r>
              <a:rPr lang="en-US"/>
              <a:t>Chapter › Topic</a:t>
            </a:r>
          </a:p>
        </p:txBody>
      </p:sp>
      <p:sp>
        <p:nvSpPr>
          <p:cNvPr id="4" name="Slide Number">
            <a:extLst>
              <a:ext uri="{FF2B5EF4-FFF2-40B4-BE49-F238E27FC236}">
                <a16:creationId xmlns:a16="http://schemas.microsoft.com/office/drawing/2014/main" id="{CB8FD4B9-AA22-1189-4593-DC60B8953803}"/>
              </a:ext>
            </a:extLst>
          </p:cNvPr>
          <p:cNvSpPr>
            <a:spLocks noChangeArrowheads="1"/>
          </p:cNvSpPr>
          <p:nvPr userDrawn="1">
            <p:custDataLst>
              <p:tags r:id="rId14"/>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5" name="Picture 4">
            <a:extLst>
              <a:ext uri="{FF2B5EF4-FFF2-40B4-BE49-F238E27FC236}">
                <a16:creationId xmlns:a16="http://schemas.microsoft.com/office/drawing/2014/main" id="{A5D7548C-8214-49E7-1843-59CB7567ADDC}"/>
              </a:ext>
            </a:extLst>
          </p:cNvPr>
          <p:cNvPicPr>
            <a:picLocks noChangeAspect="1"/>
          </p:cNvPicPr>
          <p:nvPr userDrawn="1"/>
        </p:nvPicPr>
        <p:blipFill>
          <a:blip r:embed="rId18"/>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66377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91"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4"/>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cxnSp>
        <p:nvCxnSpPr>
          <p:cNvPr id="28" name="BottomLineLeft">
            <a:extLst>
              <a:ext uri="{FF2B5EF4-FFF2-40B4-BE49-F238E27FC236}">
                <a16:creationId xmlns:a16="http://schemas.microsoft.com/office/drawing/2014/main" id="{769848ED-A1D9-4D6F-AC16-5512562B47A0}"/>
              </a:ext>
            </a:extLst>
          </p:cNvPr>
          <p:cNvCxnSpPr/>
          <p:nvPr>
            <p:custDataLst>
              <p:tags r:id="rId5"/>
            </p:custDataLst>
          </p:nvPr>
        </p:nvCxnSpPr>
        <p:spPr>
          <a:xfrm>
            <a:off x="554736" y="6453769"/>
            <a:ext cx="7918704"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userDrawn="1">
            <p:custDataLst>
              <p:tags r:id="rId6"/>
            </p:custDataLst>
          </p:nvPr>
        </p:nvCxnSpPr>
        <p:spPr>
          <a:xfrm>
            <a:off x="9119861" y="1181906"/>
            <a:ext cx="2514600"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userDrawn="1">
            <p:custDataLst>
              <p:tags r:id="rId7"/>
            </p:custDataLst>
          </p:nvPr>
        </p:nvCxnSpPr>
        <p:spPr>
          <a:xfrm>
            <a:off x="554736" y="1181906"/>
            <a:ext cx="7918704"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172212"/>
            <a:ext cx="7918704"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8847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5" name="1. On-page tracker">
            <a:extLst>
              <a:ext uri="{FF2B5EF4-FFF2-40B4-BE49-F238E27FC236}">
                <a16:creationId xmlns:a16="http://schemas.microsoft.com/office/drawing/2014/main" id="{1E771D75-4092-4C08-B152-0A8A51C4AB58}"/>
              </a:ext>
            </a:extLst>
          </p:cNvPr>
          <p:cNvSpPr>
            <a:spLocks noGrp="1"/>
          </p:cNvSpPr>
          <p:nvPr>
            <p:ph type="body" sz="quarter" idx="17" hasCustomPrompt="1"/>
            <p:custDataLst>
              <p:tags r:id="rId11"/>
            </p:custDataLst>
          </p:nvPr>
        </p:nvSpPr>
        <p:spPr>
          <a:xfrm>
            <a:off x="9116568" y="89319"/>
            <a:ext cx="2523744" cy="123111"/>
          </a:xfrm>
        </p:spPr>
        <p:txBody>
          <a:bodyPr anchor="ctr" anchorCtr="0">
            <a:spAutoFit/>
          </a:bodyPr>
          <a:lstStyle>
            <a:lvl1pPr algn="r">
              <a:defRPr sz="800">
                <a:latin typeface="+mn-lt"/>
              </a:defRPr>
            </a:lvl1pPr>
          </a:lstStyle>
          <a:p>
            <a:pPr lvl="0"/>
            <a:r>
              <a:rPr lang="en-US"/>
              <a:t>Chapter › Topic</a:t>
            </a:r>
          </a:p>
        </p:txBody>
      </p:sp>
      <p:sp>
        <p:nvSpPr>
          <p:cNvPr id="4" name="Slide Number">
            <a:extLst>
              <a:ext uri="{FF2B5EF4-FFF2-40B4-BE49-F238E27FC236}">
                <a16:creationId xmlns:a16="http://schemas.microsoft.com/office/drawing/2014/main" id="{8633104F-F97D-4A0D-9257-322B73C9A80A}"/>
              </a:ext>
            </a:extLst>
          </p:cNvPr>
          <p:cNvSpPr>
            <a:spLocks noChangeArrowheads="1"/>
          </p:cNvSpPr>
          <p:nvPr userDrawn="1">
            <p:custDataLst>
              <p:tags r:id="rId12"/>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5" name="Picture 4">
            <a:extLst>
              <a:ext uri="{FF2B5EF4-FFF2-40B4-BE49-F238E27FC236}">
                <a16:creationId xmlns:a16="http://schemas.microsoft.com/office/drawing/2014/main" id="{21FF17ED-BDD9-856A-A789-04ED8D9BA8DE}"/>
              </a:ext>
            </a:extLst>
          </p:cNvPr>
          <p:cNvPicPr>
            <a:picLocks noChangeAspect="1"/>
          </p:cNvPicPr>
          <p:nvPr userDrawn="1"/>
        </p:nvPicPr>
        <p:blipFill>
          <a:blip r:embed="rId17"/>
          <a:stretch>
            <a:fillRect/>
          </a:stretch>
        </p:blipFill>
        <p:spPr>
          <a:xfrm>
            <a:off x="10654028" y="6541113"/>
            <a:ext cx="988557" cy="216078"/>
          </a:xfrm>
          <a:prstGeom prst="rect">
            <a:avLst/>
          </a:prstGeom>
        </p:spPr>
      </p:pic>
      <p:cxnSp>
        <p:nvCxnSpPr>
          <p:cNvPr id="6" name="BottomLineRight">
            <a:extLst>
              <a:ext uri="{FF2B5EF4-FFF2-40B4-BE49-F238E27FC236}">
                <a16:creationId xmlns:a16="http://schemas.microsoft.com/office/drawing/2014/main" id="{A77267B0-E9D9-F165-145A-339CBBE96045}"/>
              </a:ext>
            </a:extLst>
          </p:cNvPr>
          <p:cNvCxnSpPr>
            <a:cxnSpLocks/>
          </p:cNvCxnSpPr>
          <p:nvPr userDrawn="1">
            <p:custDataLst>
              <p:tags r:id="rId13"/>
            </p:custDataLst>
          </p:nvPr>
        </p:nvCxnSpPr>
        <p:spPr>
          <a:xfrm>
            <a:off x="9119861" y="6453769"/>
            <a:ext cx="2514600"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45276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A40CB8D-5110-D1EE-20CC-C52E7CB7CBC8}"/>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15" name="think-cell Slide" r:id="rId11" imgW="451" imgH="450" progId="TCLayout.ActiveDocument.1">
                  <p:embed/>
                </p:oleObj>
              </mc:Choice>
              <mc:Fallback>
                <p:oleObj name="think-cell Slide" r:id="rId11" imgW="451" imgH="450" progId="TCLayout.ActiveDocument.1">
                  <p:embed/>
                  <p:pic>
                    <p:nvPicPr>
                      <p:cNvPr id="7" name="Object 6" hidden="1">
                        <a:extLst>
                          <a:ext uri="{FF2B5EF4-FFF2-40B4-BE49-F238E27FC236}">
                            <a16:creationId xmlns:a16="http://schemas.microsoft.com/office/drawing/2014/main" id="{6A40CB8D-5110-D1EE-20CC-C52E7CB7CBC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cxnSp>
        <p:nvCxnSpPr>
          <p:cNvPr id="103" name="BottomLine">
            <a:extLst>
              <a:ext uri="{FF2B5EF4-FFF2-40B4-BE49-F238E27FC236}">
                <a16:creationId xmlns:a16="http://schemas.microsoft.com/office/drawing/2014/main" id="{1A205B6C-F79D-4193-9FCF-230AF1D51716}"/>
              </a:ext>
            </a:extLst>
          </p:cNvPr>
          <p:cNvCxnSpPr/>
          <p:nvPr userDrawn="1">
            <p:custDataLst>
              <p:tags r:id="rId3"/>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
            <a:extLst>
              <a:ext uri="{FF2B5EF4-FFF2-40B4-BE49-F238E27FC236}">
                <a16:creationId xmlns:a16="http://schemas.microsoft.com/office/drawing/2014/main" id="{CB6CF5F8-7994-4E97-9AE6-6C98CE30967C}"/>
              </a:ext>
            </a:extLst>
          </p:cNvPr>
          <p:cNvCxnSpPr/>
          <p:nvPr userDrawn="1">
            <p:custDataLst>
              <p:tags r:id="rId4"/>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5"/>
            </p:custDataLst>
          </p:nvPr>
        </p:nvSpPr>
        <p:spPr>
          <a:xfrm>
            <a:off x="554736" y="175171"/>
            <a:ext cx="11082528" cy="989512"/>
          </a:xfrm>
        </p:spPr>
        <p:txBody>
          <a:bodyPr vert="horz">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1. On-page tracker">
            <a:extLst>
              <a:ext uri="{FF2B5EF4-FFF2-40B4-BE49-F238E27FC236}">
                <a16:creationId xmlns:a16="http://schemas.microsoft.com/office/drawing/2014/main" id="{BAF19FD1-F55B-47CA-98C2-847FF06FB465}"/>
              </a:ext>
            </a:extLst>
          </p:cNvPr>
          <p:cNvSpPr>
            <a:spLocks noGrp="1"/>
          </p:cNvSpPr>
          <p:nvPr>
            <p:ph type="body" sz="quarter" idx="17" hasCustomPrompt="1"/>
            <p:custDataLst>
              <p:tags r:id="rId7"/>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
        <p:nvSpPr>
          <p:cNvPr id="2" name="Slide Number">
            <a:extLst>
              <a:ext uri="{FF2B5EF4-FFF2-40B4-BE49-F238E27FC236}">
                <a16:creationId xmlns:a16="http://schemas.microsoft.com/office/drawing/2014/main" id="{A4DCF40D-3665-A201-EF6E-1F2F58A2936F}"/>
              </a:ext>
            </a:extLst>
          </p:cNvPr>
          <p:cNvSpPr>
            <a:spLocks noChangeArrowheads="1"/>
          </p:cNvSpPr>
          <p:nvPr userDrawn="1">
            <p:custDataLst>
              <p:tags r:id="rId8"/>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3" name="Picture 2">
            <a:extLst>
              <a:ext uri="{FF2B5EF4-FFF2-40B4-BE49-F238E27FC236}">
                <a16:creationId xmlns:a16="http://schemas.microsoft.com/office/drawing/2014/main" id="{ED0B3441-8252-BC71-FC76-C22C312D473B}"/>
              </a:ext>
            </a:extLst>
          </p:cNvPr>
          <p:cNvPicPr>
            <a:picLocks noChangeAspect="1"/>
          </p:cNvPicPr>
          <p:nvPr userDrawn="1"/>
        </p:nvPicPr>
        <p:blipFill>
          <a:blip r:embed="rId13"/>
          <a:stretch>
            <a:fillRect/>
          </a:stretch>
        </p:blipFill>
        <p:spPr>
          <a:xfrm>
            <a:off x="10654028" y="6541113"/>
            <a:ext cx="988557" cy="216078"/>
          </a:xfrm>
          <a:prstGeom prst="rect">
            <a:avLst/>
          </a:prstGeom>
        </p:spPr>
      </p:pic>
      <p:cxnSp>
        <p:nvCxnSpPr>
          <p:cNvPr id="5" name="TopLineRight">
            <a:extLst>
              <a:ext uri="{FF2B5EF4-FFF2-40B4-BE49-F238E27FC236}">
                <a16:creationId xmlns:a16="http://schemas.microsoft.com/office/drawing/2014/main" id="{54BB5FB2-F4E6-D5E3-7638-E77749D0C107}"/>
              </a:ext>
            </a:extLst>
          </p:cNvPr>
          <p:cNvCxnSpPr>
            <a:cxnSpLocks/>
          </p:cNvCxnSpPr>
          <p:nvPr userDrawn="1">
            <p:custDataLst>
              <p:tags r:id="rId9"/>
            </p:custDataLst>
          </p:nvPr>
        </p:nvCxnSpPr>
        <p:spPr>
          <a:xfrm>
            <a:off x="554736" y="1181906"/>
            <a:ext cx="110825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44011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7" name="5. Source" hidden="1">
            <a:extLst>
              <a:ext uri="{FF2B5EF4-FFF2-40B4-BE49-F238E27FC236}">
                <a16:creationId xmlns:a16="http://schemas.microsoft.com/office/drawing/2014/main" id="{09F9A864-CDB7-4063-BBF8-591908AA18D0}"/>
              </a:ext>
            </a:extLst>
          </p:cNvPr>
          <p:cNvSpPr txBox="1"/>
          <p:nvPr userDrawn="1">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6" name="1. On-page tracker">
            <a:extLst>
              <a:ext uri="{FF2B5EF4-FFF2-40B4-BE49-F238E27FC236}">
                <a16:creationId xmlns:a16="http://schemas.microsoft.com/office/drawing/2014/main" id="{118A30D9-833F-440B-AA55-24469A8874C9}"/>
              </a:ext>
            </a:extLst>
          </p:cNvPr>
          <p:cNvSpPr>
            <a:spLocks noGrp="1"/>
          </p:cNvSpPr>
          <p:nvPr>
            <p:ph type="body" sz="quarter" idx="17" hasCustomPrompt="1"/>
            <p:custDataLst>
              <p:tags r:id="rId2"/>
            </p:custDataLst>
          </p:nvPr>
        </p:nvSpPr>
        <p:spPr>
          <a:xfrm>
            <a:off x="7156704" y="89319"/>
            <a:ext cx="4480560" cy="123111"/>
          </a:xfrm>
        </p:spPr>
        <p:txBody>
          <a:bodyPr anchor="ctr" anchorCtr="0">
            <a:spAutoFit/>
          </a:bodyPr>
          <a:lstStyle>
            <a:lvl1pPr algn="r">
              <a:defRPr sz="800">
                <a:latin typeface="+mn-lt"/>
              </a:defRPr>
            </a:lvl1pPr>
          </a:lstStyle>
          <a:p>
            <a:pPr lvl="0"/>
            <a:r>
              <a:rPr lang="en-US"/>
              <a:t>Chapter › Topic</a:t>
            </a:r>
          </a:p>
        </p:txBody>
      </p:sp>
      <p:sp>
        <p:nvSpPr>
          <p:cNvPr id="5" name="Slide Number">
            <a:extLst>
              <a:ext uri="{FF2B5EF4-FFF2-40B4-BE49-F238E27FC236}">
                <a16:creationId xmlns:a16="http://schemas.microsoft.com/office/drawing/2014/main" id="{390A891B-653D-69DF-B93C-E0F3FFD86184}"/>
              </a:ext>
            </a:extLst>
          </p:cNvPr>
          <p:cNvSpPr>
            <a:spLocks noChangeArrowheads="1"/>
          </p:cNvSpPr>
          <p:nvPr userDrawn="1">
            <p:custDataLst>
              <p:tags r:id="rId3"/>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10" name="Picture 9">
            <a:extLst>
              <a:ext uri="{FF2B5EF4-FFF2-40B4-BE49-F238E27FC236}">
                <a16:creationId xmlns:a16="http://schemas.microsoft.com/office/drawing/2014/main" id="{8AFF1B4C-DAE3-B31B-7337-EA5D9BAC1549}"/>
              </a:ext>
            </a:extLst>
          </p:cNvPr>
          <p:cNvPicPr>
            <a:picLocks noChangeAspect="1"/>
          </p:cNvPicPr>
          <p:nvPr userDrawn="1"/>
        </p:nvPicPr>
        <p:blipFill>
          <a:blip r:embed="rId5"/>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285287963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1_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39"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554736" y="17221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5"/>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6"/>
            </p:custDataLst>
          </p:nvPr>
        </p:nvCxnSpPr>
        <p:spPr>
          <a:xfrm>
            <a:off x="8173371" y="6453769"/>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7"/>
            </p:custDataLst>
          </p:nvPr>
        </p:nvCxnSpPr>
        <p:spPr>
          <a:xfrm>
            <a:off x="554736" y="6453769"/>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8"/>
            </p:custDataLst>
          </p:nvPr>
        </p:nvCxnSpPr>
        <p:spPr>
          <a:xfrm>
            <a:off x="8173371" y="1181906"/>
            <a:ext cx="3465576"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9"/>
            </p:custDataLst>
          </p:nvPr>
        </p:nvCxnSpPr>
        <p:spPr>
          <a:xfrm>
            <a:off x="554736" y="1181906"/>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0"/>
            </p:custDataLst>
          </p:nvPr>
        </p:nvCxnSpPr>
        <p:spPr>
          <a:xfrm>
            <a:off x="554736" y="1181906"/>
            <a:ext cx="69677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1"/>
            </p:custDataLst>
          </p:nvPr>
        </p:nvSpPr>
        <p:spPr>
          <a:xfrm>
            <a:off x="554736" y="8847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1. On-page tracker">
            <a:extLst>
              <a:ext uri="{FF2B5EF4-FFF2-40B4-BE49-F238E27FC236}">
                <a16:creationId xmlns:a16="http://schemas.microsoft.com/office/drawing/2014/main" id="{EAFF7AB7-0AA5-45CA-B768-743633E9C28B}"/>
              </a:ext>
            </a:extLst>
          </p:cNvPr>
          <p:cNvSpPr>
            <a:spLocks noGrp="1"/>
          </p:cNvSpPr>
          <p:nvPr>
            <p:ph type="body" sz="quarter" idx="16" hasCustomPrompt="1"/>
            <p:custDataLst>
              <p:tags r:id="rId12"/>
            </p:custDataLst>
          </p:nvPr>
        </p:nvSpPr>
        <p:spPr>
          <a:xfrm>
            <a:off x="8173370" y="88483"/>
            <a:ext cx="3466941" cy="123111"/>
          </a:xfrm>
        </p:spPr>
        <p:txBody>
          <a:bodyPr vert="horz" wrap="square" lIns="0" tIns="0" rIns="0" bIns="0" rtlCol="0" anchor="ctr" anchorCtr="0">
            <a:spAutoFit/>
          </a:bodyPr>
          <a:lstStyle>
            <a:lvl1pPr algn="r">
              <a:defRPr lang="en-US" sz="800" dirty="0"/>
            </a:lvl1pPr>
          </a:lstStyle>
          <a:p>
            <a:pPr lvl="0" algn="r"/>
            <a:r>
              <a:rPr lang="en-US"/>
              <a:t>Chapter › Topic</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Slide Number">
            <a:extLst>
              <a:ext uri="{FF2B5EF4-FFF2-40B4-BE49-F238E27FC236}">
                <a16:creationId xmlns:a16="http://schemas.microsoft.com/office/drawing/2014/main" id="{964D821C-FDFA-E8B5-3ECF-0575C20436EF}"/>
              </a:ext>
            </a:extLst>
          </p:cNvPr>
          <p:cNvSpPr>
            <a:spLocks noChangeArrowheads="1"/>
          </p:cNvSpPr>
          <p:nvPr userDrawn="1">
            <p:custDataLst>
              <p:tags r:id="rId14"/>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pic>
        <p:nvPicPr>
          <p:cNvPr id="5" name="Picture 4">
            <a:extLst>
              <a:ext uri="{FF2B5EF4-FFF2-40B4-BE49-F238E27FC236}">
                <a16:creationId xmlns:a16="http://schemas.microsoft.com/office/drawing/2014/main" id="{D1BB6191-6BA7-4984-B01E-F66110802229}"/>
              </a:ext>
            </a:extLst>
          </p:cNvPr>
          <p:cNvPicPr>
            <a:picLocks noChangeAspect="1"/>
          </p:cNvPicPr>
          <p:nvPr userDrawn="1"/>
        </p:nvPicPr>
        <p:blipFill>
          <a:blip r:embed="rId18"/>
          <a:stretch>
            <a:fillRect/>
          </a:stretch>
        </p:blipFill>
        <p:spPr>
          <a:xfrm>
            <a:off x="10654028" y="6541113"/>
            <a:ext cx="988557" cy="216078"/>
          </a:xfrm>
          <a:prstGeom prst="rect">
            <a:avLst/>
          </a:prstGeom>
        </p:spPr>
      </p:pic>
    </p:spTree>
    <p:extLst>
      <p:ext uri="{BB962C8B-B14F-4D97-AF65-F5344CB8AC3E}">
        <p14:creationId xmlns:p14="http://schemas.microsoft.com/office/powerpoint/2010/main" val="395864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ags" Target="../tags/tag16.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tags" Target="../tags/tag3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ags" Target="../tags/tag4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theme" Target="../theme/theme4.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ags" Target="../tags/tag64.xml"/><Relationship Id="rId26" Type="http://schemas.openxmlformats.org/officeDocument/2006/relationships/tags" Target="../tags/tag72.xml"/><Relationship Id="rId39" Type="http://schemas.openxmlformats.org/officeDocument/2006/relationships/tags" Target="../tags/tag85.xml"/><Relationship Id="rId3" Type="http://schemas.openxmlformats.org/officeDocument/2006/relationships/slideLayout" Target="../slideLayouts/slideLayout70.xml"/><Relationship Id="rId21" Type="http://schemas.openxmlformats.org/officeDocument/2006/relationships/tags" Target="../tags/tag67.xml"/><Relationship Id="rId34" Type="http://schemas.openxmlformats.org/officeDocument/2006/relationships/tags" Target="../tags/tag80.xml"/><Relationship Id="rId42" Type="http://schemas.openxmlformats.org/officeDocument/2006/relationships/image" Target="../media/image6.emf"/><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ags" Target="../tags/tag63.xml"/><Relationship Id="rId25" Type="http://schemas.openxmlformats.org/officeDocument/2006/relationships/tags" Target="../tags/tag71.xml"/><Relationship Id="rId33" Type="http://schemas.openxmlformats.org/officeDocument/2006/relationships/tags" Target="../tags/tag79.xml"/><Relationship Id="rId38" Type="http://schemas.openxmlformats.org/officeDocument/2006/relationships/tags" Target="../tags/tag84.xml"/><Relationship Id="rId2" Type="http://schemas.openxmlformats.org/officeDocument/2006/relationships/slideLayout" Target="../slideLayouts/slideLayout69.xml"/><Relationship Id="rId16" Type="http://schemas.openxmlformats.org/officeDocument/2006/relationships/vmlDrawing" Target="../drawings/vmlDrawing1.vml"/><Relationship Id="rId20" Type="http://schemas.openxmlformats.org/officeDocument/2006/relationships/tags" Target="../tags/tag66.xml"/><Relationship Id="rId29" Type="http://schemas.openxmlformats.org/officeDocument/2006/relationships/tags" Target="../tags/tag75.xml"/><Relationship Id="rId41" Type="http://schemas.openxmlformats.org/officeDocument/2006/relationships/image" Target="../media/image5.emf"/><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24" Type="http://schemas.openxmlformats.org/officeDocument/2006/relationships/tags" Target="../tags/tag70.xml"/><Relationship Id="rId32" Type="http://schemas.openxmlformats.org/officeDocument/2006/relationships/tags" Target="../tags/tag78.xml"/><Relationship Id="rId37" Type="http://schemas.openxmlformats.org/officeDocument/2006/relationships/tags" Target="../tags/tag83.xml"/><Relationship Id="rId40" Type="http://schemas.openxmlformats.org/officeDocument/2006/relationships/oleObject" Target="../embeddings/oleObject1.bin"/><Relationship Id="rId5" Type="http://schemas.openxmlformats.org/officeDocument/2006/relationships/slideLayout" Target="../slideLayouts/slideLayout72.xml"/><Relationship Id="rId15" Type="http://schemas.openxmlformats.org/officeDocument/2006/relationships/theme" Target="../theme/theme5.xml"/><Relationship Id="rId23" Type="http://schemas.openxmlformats.org/officeDocument/2006/relationships/tags" Target="../tags/tag69.xml"/><Relationship Id="rId28" Type="http://schemas.openxmlformats.org/officeDocument/2006/relationships/tags" Target="../tags/tag74.xml"/><Relationship Id="rId36" Type="http://schemas.openxmlformats.org/officeDocument/2006/relationships/tags" Target="../tags/tag82.xml"/><Relationship Id="rId10" Type="http://schemas.openxmlformats.org/officeDocument/2006/relationships/slideLayout" Target="../slideLayouts/slideLayout77.xml"/><Relationship Id="rId19" Type="http://schemas.openxmlformats.org/officeDocument/2006/relationships/tags" Target="../tags/tag65.xml"/><Relationship Id="rId31" Type="http://schemas.openxmlformats.org/officeDocument/2006/relationships/tags" Target="../tags/tag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tags" Target="../tags/tag68.xml"/><Relationship Id="rId27" Type="http://schemas.openxmlformats.org/officeDocument/2006/relationships/tags" Target="../tags/tag73.xml"/><Relationship Id="rId30" Type="http://schemas.openxmlformats.org/officeDocument/2006/relationships/tags" Target="../tags/tag76.xml"/><Relationship Id="rId35" Type="http://schemas.openxmlformats.org/officeDocument/2006/relationships/tags" Target="../tags/tag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6" name="Group 95"/>
          <p:cNvGrpSpPr/>
          <p:nvPr userDrawn="1"/>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sp>
        <p:nvSpPr>
          <p:cNvPr id="2" name="Title Placeholder 1"/>
          <p:cNvSpPr>
            <a:spLocks noGrp="1"/>
          </p:cNvSpPr>
          <p:nvPr>
            <p:ph type="title"/>
          </p:nvPr>
        </p:nvSpPr>
        <p:spPr bwMode="gray">
          <a:xfrm>
            <a:off x="431804" y="452969"/>
            <a:ext cx="11328400" cy="912284"/>
          </a:xfrm>
          <a:prstGeom prst="rect">
            <a:avLst/>
          </a:prstGeom>
        </p:spPr>
        <p:txBody>
          <a:bodyPr vert="horz" lIns="0" tIns="36000" rIns="0" bIns="0" rtlCol="0" anchor="t">
            <a:noAutofit/>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Text Placeholder 2"/>
          <p:cNvSpPr>
            <a:spLocks noGrp="1"/>
          </p:cNvSpPr>
          <p:nvPr>
            <p:ph type="body" idx="1"/>
          </p:nvPr>
        </p:nvSpPr>
        <p:spPr bwMode="gray">
          <a:xfrm>
            <a:off x="431804" y="1701800"/>
            <a:ext cx="11328400" cy="432011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bwMode="gray">
          <a:xfrm>
            <a:off x="10848529" y="6309787"/>
            <a:ext cx="624070" cy="287867"/>
          </a:xfrm>
          <a:prstGeom prst="rect">
            <a:avLst/>
          </a:prstGeom>
        </p:spPr>
        <p:txBody>
          <a:bodyPr vert="horz" lIns="0" tIns="0" rIns="0" bIns="0" rtlCol="0" anchor="ctr"/>
          <a:lstStyle>
            <a:lvl1pPr algn="r">
              <a:defRPr sz="600">
                <a:solidFill>
                  <a:schemeClr val="tx1"/>
                </a:solidFill>
              </a:defRPr>
            </a:lvl1pPr>
          </a:lstStyle>
          <a:p>
            <a:fld id="{AB0DAF3F-A634-422C-A6D9-1CBCF50DD64E}" type="datetime1">
              <a:rPr lang="en-US" smtClean="0"/>
              <a:t>10/8/2025</a:t>
            </a:fld>
            <a:endParaRPr lang="en-US"/>
          </a:p>
        </p:txBody>
      </p:sp>
      <p:sp>
        <p:nvSpPr>
          <p:cNvPr id="5" name="Footer Placeholder 4"/>
          <p:cNvSpPr>
            <a:spLocks noGrp="1"/>
          </p:cNvSpPr>
          <p:nvPr>
            <p:ph type="ftr" sz="quarter" idx="3"/>
          </p:nvPr>
        </p:nvSpPr>
        <p:spPr bwMode="gray">
          <a:xfrm>
            <a:off x="6288618" y="6309787"/>
            <a:ext cx="4559911" cy="287867"/>
          </a:xfrm>
          <a:prstGeom prst="rect">
            <a:avLst/>
          </a:prstGeom>
        </p:spPr>
        <p:txBody>
          <a:bodyPr vert="horz" lIns="0" tIns="0" rIns="0" bIns="0" rtlCol="0" anchor="ctr"/>
          <a:lstStyle>
            <a:lvl1pPr algn="r">
              <a:defRPr sz="600">
                <a:solidFill>
                  <a:schemeClr val="tx1"/>
                </a:solidFill>
              </a:defRPr>
            </a:lvl1pPr>
          </a:lstStyle>
          <a:p>
            <a:r>
              <a:rPr lang="en-US"/>
              <a:t>Title of the presentation</a:t>
            </a:r>
          </a:p>
        </p:txBody>
      </p:sp>
      <p:sp>
        <p:nvSpPr>
          <p:cNvPr id="6" name="Slide Number Placeholder 5"/>
          <p:cNvSpPr>
            <a:spLocks noGrp="1"/>
          </p:cNvSpPr>
          <p:nvPr>
            <p:ph type="sldNum" sz="quarter" idx="4"/>
          </p:nvPr>
        </p:nvSpPr>
        <p:spPr bwMode="gray">
          <a:xfrm>
            <a:off x="11472598" y="6309787"/>
            <a:ext cx="287602" cy="287867"/>
          </a:xfrm>
          <a:prstGeom prst="rect">
            <a:avLst/>
          </a:prstGeom>
        </p:spPr>
        <p:txBody>
          <a:bodyPr vert="horz" lIns="0" tIns="0" rIns="0" bIns="0" rtlCol="0" anchor="ctr"/>
          <a:lstStyle>
            <a:lvl1pPr algn="r">
              <a:defRPr sz="600" b="1">
                <a:solidFill>
                  <a:schemeClr val="tx1"/>
                </a:solidFill>
              </a:defRPr>
            </a:lvl1pPr>
          </a:lstStyle>
          <a:p>
            <a:fld id="{FCB53D23-1D79-480C-B3BE-829293F4503C}" type="slidenum">
              <a:rPr lang="en-US" smtClean="0"/>
              <a:pPr/>
              <a:t>‹#›</a:t>
            </a:fld>
            <a:endParaRPr lang="en-US"/>
          </a:p>
        </p:txBody>
      </p:sp>
    </p:spTree>
    <p:custDataLst>
      <p:tags r:id="rId18"/>
    </p:custDataLst>
    <p:extLst>
      <p:ext uri="{BB962C8B-B14F-4D97-AF65-F5344CB8AC3E}">
        <p14:creationId xmlns:p14="http://schemas.microsoft.com/office/powerpoint/2010/main" val="31570023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p14:dur="10"/>
    </mc:Choice>
    <mc:Fallback xmlns="">
      <p:transition/>
    </mc:Fallback>
  </mc:AlternateContent>
  <p:hf hdr="0"/>
  <p:txStyles>
    <p:titleStyle>
      <a:lvl1pPr algn="l" defTabSz="914400" rtl="0" eaLnBrk="1" latinLnBrk="0" hangingPunct="1">
        <a:lnSpc>
          <a:spcPct val="75000"/>
        </a:lnSpc>
        <a:spcBef>
          <a:spcPct val="0"/>
        </a:spcBef>
        <a:buNone/>
        <a:defRPr sz="2400" kern="1200" spc="-80" baseline="0">
          <a:solidFill>
            <a:schemeClr val="accent1"/>
          </a:solidFill>
          <a:latin typeface="+mj-lt"/>
          <a:ea typeface="+mj-ea"/>
          <a:cs typeface="+mj-cs"/>
        </a:defRPr>
      </a:lvl1pPr>
    </p:titleStyle>
    <p:bodyStyle>
      <a:lvl1pPr marL="0" indent="0" algn="l" defTabSz="914400" rtl="0" eaLnBrk="1" latinLnBrk="0" hangingPunct="1">
        <a:spcBef>
          <a:spcPts val="200"/>
        </a:spcBef>
        <a:spcAft>
          <a:spcPts val="200"/>
        </a:spcAft>
        <a:buFont typeface="Arial" panose="020B0604020202020204" pitchFamily="34" charset="0"/>
        <a:buNone/>
        <a:defRPr sz="1100" kern="1200">
          <a:solidFill>
            <a:schemeClr val="tx1"/>
          </a:solidFill>
          <a:latin typeface="+mn-lt"/>
          <a:ea typeface="+mn-ea"/>
          <a:cs typeface="+mn-cs"/>
        </a:defRPr>
      </a:lvl1pPr>
      <a:lvl2pPr marL="0" indent="0" algn="l" defTabSz="914400" rtl="0" eaLnBrk="1" latinLnBrk="0" hangingPunct="1">
        <a:spcBef>
          <a:spcPts val="200"/>
        </a:spcBef>
        <a:spcAft>
          <a:spcPts val="200"/>
        </a:spcAft>
        <a:buFont typeface="Arial" panose="020B0604020202020204" pitchFamily="34" charset="0"/>
        <a:buNone/>
        <a:defRPr sz="1200" b="1" kern="1200">
          <a:solidFill>
            <a:schemeClr val="accent1"/>
          </a:solidFill>
          <a:latin typeface="+mn-lt"/>
          <a:ea typeface="+mn-ea"/>
          <a:cs typeface="+mn-cs"/>
        </a:defRPr>
      </a:lvl2pPr>
      <a:lvl3pPr marL="179388" indent="-179388" algn="l" defTabSz="914400" rtl="0" eaLnBrk="1" latinLnBrk="0" hangingPunct="1">
        <a:spcBef>
          <a:spcPts val="200"/>
        </a:spcBef>
        <a:spcAft>
          <a:spcPts val="200"/>
        </a:spcAft>
        <a:buClr>
          <a:schemeClr val="accent1"/>
        </a:buClr>
        <a:buSzPct val="110000"/>
        <a:buFont typeface="Arial" panose="020B0604020202020204" pitchFamily="34" charset="0"/>
        <a:buChar char="●"/>
        <a:defRPr sz="1100" kern="1200">
          <a:solidFill>
            <a:schemeClr val="tx1"/>
          </a:solidFill>
          <a:latin typeface="+mn-lt"/>
          <a:ea typeface="+mn-ea"/>
          <a:cs typeface="+mn-cs"/>
        </a:defRPr>
      </a:lvl3pPr>
      <a:lvl4pPr marL="360363" indent="-180975" algn="l" defTabSz="914400" rtl="0" eaLnBrk="1" latinLnBrk="0" hangingPunct="1">
        <a:spcBef>
          <a:spcPts val="200"/>
        </a:spcBef>
        <a:spcAft>
          <a:spcPts val="200"/>
        </a:spcAft>
        <a:buClr>
          <a:schemeClr val="accent1"/>
        </a:buClr>
        <a:buSzPct val="105000"/>
        <a:buFont typeface="Arial" panose="020B0604020202020204" pitchFamily="34" charset="0"/>
        <a:buChar char="•"/>
        <a:defRPr sz="1100" kern="1200">
          <a:solidFill>
            <a:schemeClr val="tx1"/>
          </a:solidFill>
          <a:latin typeface="+mn-lt"/>
          <a:ea typeface="+mn-ea"/>
          <a:cs typeface="+mn-cs"/>
        </a:defRPr>
      </a:lvl4pPr>
      <a:lvl5pPr marL="538163" indent="-180000" algn="l" defTabSz="914400" rtl="0" eaLnBrk="1" latinLnBrk="0" hangingPunct="1">
        <a:spcBef>
          <a:spcPts val="200"/>
        </a:spcBef>
        <a:spcAft>
          <a:spcPts val="200"/>
        </a:spcAft>
        <a:buClr>
          <a:schemeClr val="accent1"/>
        </a:buClr>
        <a:buFont typeface="Arial" panose="020B0604020202020204" pitchFamily="34" charset="0"/>
        <a:buChar char="-"/>
        <a:defRPr sz="1100" kern="1200">
          <a:solidFill>
            <a:schemeClr val="tx1"/>
          </a:solidFill>
          <a:latin typeface="+mn-lt"/>
          <a:ea typeface="+mn-ea"/>
          <a:cs typeface="+mn-cs"/>
        </a:defRPr>
      </a:lvl5pPr>
      <a:lvl6pPr marL="270000" indent="-270000" algn="l" defTabSz="914400" rtl="0" eaLnBrk="1" latinLnBrk="0" hangingPunct="1">
        <a:spcBef>
          <a:spcPts val="200"/>
        </a:spcBef>
        <a:spcAft>
          <a:spcPts val="200"/>
        </a:spcAft>
        <a:buClr>
          <a:schemeClr val="accent1"/>
        </a:buClr>
        <a:buSzPct val="90000"/>
        <a:buFont typeface="+mj-lt"/>
        <a:buAutoNum type="arabicPeriod"/>
        <a:defRPr sz="1100" kern="1200">
          <a:solidFill>
            <a:schemeClr val="tx1"/>
          </a:solidFill>
          <a:latin typeface="+mn-lt"/>
          <a:ea typeface="+mn-ea"/>
          <a:cs typeface="+mn-cs"/>
        </a:defRPr>
      </a:lvl6pPr>
      <a:lvl7pPr marL="450000" indent="-180000" algn="l" defTabSz="914400" rtl="0" eaLnBrk="1" latinLnBrk="0" hangingPunct="1">
        <a:spcBef>
          <a:spcPts val="200"/>
        </a:spcBef>
        <a:spcAft>
          <a:spcPts val="200"/>
        </a:spcAft>
        <a:buClr>
          <a:schemeClr val="accent1"/>
        </a:buClr>
        <a:buFont typeface="+mj-lt"/>
        <a:buAutoNum type="alphaLcParenR"/>
        <a:defRPr sz="1100" kern="1200">
          <a:solidFill>
            <a:schemeClr val="tx1"/>
          </a:solidFill>
          <a:latin typeface="+mn-lt"/>
          <a:ea typeface="+mn-ea"/>
          <a:cs typeface="+mn-cs"/>
        </a:defRPr>
      </a:lvl7pPr>
      <a:lvl8pPr marL="0" indent="0" algn="l" defTabSz="914400" rtl="0" eaLnBrk="1" latinLnBrk="0" hangingPunct="1">
        <a:lnSpc>
          <a:spcPct val="80000"/>
        </a:lnSpc>
        <a:spcBef>
          <a:spcPts val="400"/>
        </a:spcBef>
        <a:spcAft>
          <a:spcPts val="400"/>
        </a:spcAft>
        <a:buFont typeface="Arial" panose="020B0604020202020204" pitchFamily="34" charset="0"/>
        <a:buNone/>
        <a:defRPr sz="1400" b="1" kern="1200">
          <a:solidFill>
            <a:schemeClr val="accent1"/>
          </a:solidFill>
          <a:latin typeface="+mn-lt"/>
          <a:ea typeface="+mn-ea"/>
          <a:cs typeface="+mn-cs"/>
        </a:defRPr>
      </a:lvl8pPr>
      <a:lvl9pPr marL="0" indent="0" algn="l" defTabSz="914400" rtl="0" eaLnBrk="1" latinLnBrk="0" hangingPunct="1">
        <a:spcBef>
          <a:spcPts val="200"/>
        </a:spcBef>
        <a:spcAft>
          <a:spcPts val="200"/>
        </a:spcAft>
        <a:buFont typeface="Arial" panose="020B0604020202020204" pitchFamily="34" charset="0"/>
        <a:buNone/>
        <a:defRPr sz="900" kern="1200">
          <a:solidFill>
            <a:schemeClr val="bg2">
              <a:lumMod val="5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tx2"/>
        </a:solidFill>
        <a:effectLst/>
      </p:bgPr>
    </p:bg>
    <p:spTree>
      <p:nvGrpSpPr>
        <p:cNvPr id="1" name=""/>
        <p:cNvGrpSpPr/>
        <p:nvPr/>
      </p:nvGrpSpPr>
      <p:grpSpPr>
        <a:xfrm>
          <a:off x="0" y="0"/>
          <a:ext cx="0" cy="0"/>
          <a:chOff x="0" y="0"/>
          <a:chExt cx="0" cy="0"/>
        </a:xfrm>
      </p:grpSpPr>
      <p:grpSp>
        <p:nvGrpSpPr>
          <p:cNvPr id="96" name="Group 95"/>
          <p:cNvGrpSpPr/>
          <p:nvPr userDrawn="1"/>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sp>
        <p:nvSpPr>
          <p:cNvPr id="2" name="Title Placeholder 1"/>
          <p:cNvSpPr>
            <a:spLocks noGrp="1"/>
          </p:cNvSpPr>
          <p:nvPr>
            <p:ph type="title"/>
          </p:nvPr>
        </p:nvSpPr>
        <p:spPr bwMode="gray">
          <a:xfrm>
            <a:off x="431804" y="452969"/>
            <a:ext cx="11328400" cy="912284"/>
          </a:xfrm>
          <a:prstGeom prst="rect">
            <a:avLst/>
          </a:prstGeom>
        </p:spPr>
        <p:txBody>
          <a:bodyPr vert="horz" lIns="0" tIns="36000" rIns="0" bIns="0" rtlCol="0" anchor="t">
            <a:noAutofit/>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Text Placeholder 2"/>
          <p:cNvSpPr>
            <a:spLocks noGrp="1"/>
          </p:cNvSpPr>
          <p:nvPr>
            <p:ph type="body" idx="1"/>
          </p:nvPr>
        </p:nvSpPr>
        <p:spPr bwMode="gray">
          <a:xfrm>
            <a:off x="431804" y="1701800"/>
            <a:ext cx="11328400" cy="432011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de-DE" err="1"/>
              <a:t>sadf</a:t>
            </a:r>
            <a:endParaRPr lang="de-DE"/>
          </a:p>
          <a:p>
            <a:pPr lvl="6"/>
            <a:r>
              <a:rPr lang="de-DE" err="1"/>
              <a:t>sdaf</a:t>
            </a:r>
            <a:endParaRPr lang="de-DE"/>
          </a:p>
          <a:p>
            <a:pPr lvl="7"/>
            <a:r>
              <a:rPr lang="de-DE" err="1"/>
              <a:t>sdaf</a:t>
            </a:r>
            <a:endParaRPr lang="de-DE"/>
          </a:p>
          <a:p>
            <a:pPr lvl="8"/>
            <a:r>
              <a:rPr lang="de-DE" err="1"/>
              <a:t>asdf</a:t>
            </a:r>
            <a:endParaRPr lang="en-US"/>
          </a:p>
        </p:txBody>
      </p:sp>
      <p:sp>
        <p:nvSpPr>
          <p:cNvPr id="4" name="Date Placeholder 3"/>
          <p:cNvSpPr>
            <a:spLocks noGrp="1"/>
          </p:cNvSpPr>
          <p:nvPr>
            <p:ph type="dt" sz="half" idx="2"/>
          </p:nvPr>
        </p:nvSpPr>
        <p:spPr bwMode="gray">
          <a:xfrm>
            <a:off x="10848529" y="6309787"/>
            <a:ext cx="624070" cy="287867"/>
          </a:xfrm>
          <a:prstGeom prst="rect">
            <a:avLst/>
          </a:prstGeom>
        </p:spPr>
        <p:txBody>
          <a:bodyPr vert="horz" lIns="0" tIns="0" rIns="0" bIns="0" rtlCol="0" anchor="ctr"/>
          <a:lstStyle>
            <a:lvl1pPr algn="r">
              <a:defRPr sz="600">
                <a:solidFill>
                  <a:schemeClr val="bg1"/>
                </a:solidFill>
              </a:defRPr>
            </a:lvl1pPr>
          </a:lstStyle>
          <a:p>
            <a:fld id="{097285CA-0053-4920-901A-9FC573A88856}" type="datetime1">
              <a:rPr lang="en-US" smtClean="0"/>
              <a:t>10/8/2025</a:t>
            </a:fld>
            <a:endParaRPr lang="en-US"/>
          </a:p>
        </p:txBody>
      </p:sp>
      <p:sp>
        <p:nvSpPr>
          <p:cNvPr id="5" name="Footer Placeholder 4"/>
          <p:cNvSpPr>
            <a:spLocks noGrp="1"/>
          </p:cNvSpPr>
          <p:nvPr>
            <p:ph type="ftr" sz="quarter" idx="3"/>
          </p:nvPr>
        </p:nvSpPr>
        <p:spPr bwMode="gray">
          <a:xfrm>
            <a:off x="6288618" y="6309787"/>
            <a:ext cx="4559911" cy="287867"/>
          </a:xfrm>
          <a:prstGeom prst="rect">
            <a:avLst/>
          </a:prstGeom>
        </p:spPr>
        <p:txBody>
          <a:bodyPr vert="horz" lIns="0" tIns="0" rIns="0" bIns="0" rtlCol="0" anchor="ctr"/>
          <a:lstStyle>
            <a:lvl1pPr algn="r">
              <a:defRPr sz="600">
                <a:solidFill>
                  <a:schemeClr val="bg1"/>
                </a:solidFill>
              </a:defRPr>
            </a:lvl1pPr>
          </a:lstStyle>
          <a:p>
            <a:r>
              <a:rPr lang="en-US"/>
              <a:t>Title of the presentation</a:t>
            </a:r>
          </a:p>
        </p:txBody>
      </p:sp>
      <p:sp>
        <p:nvSpPr>
          <p:cNvPr id="6" name="Slide Number Placeholder 5"/>
          <p:cNvSpPr>
            <a:spLocks noGrp="1"/>
          </p:cNvSpPr>
          <p:nvPr>
            <p:ph type="sldNum" sz="quarter" idx="4"/>
          </p:nvPr>
        </p:nvSpPr>
        <p:spPr bwMode="gray">
          <a:xfrm>
            <a:off x="11472598" y="6309787"/>
            <a:ext cx="287602" cy="287867"/>
          </a:xfrm>
          <a:prstGeom prst="rect">
            <a:avLst/>
          </a:prstGeom>
        </p:spPr>
        <p:txBody>
          <a:bodyPr vert="horz" lIns="0" tIns="0" rIns="0" bIns="0" rtlCol="0" anchor="ctr"/>
          <a:lstStyle>
            <a:lvl1pPr algn="r">
              <a:defRPr sz="600" b="1">
                <a:solidFill>
                  <a:schemeClr val="bg1"/>
                </a:solidFill>
              </a:defRPr>
            </a:lvl1pPr>
          </a:lstStyle>
          <a:p>
            <a:fld id="{FCB53D23-1D79-480C-B3BE-829293F4503C}" type="slidenum">
              <a:rPr lang="en-US" smtClean="0"/>
              <a:pPr/>
              <a:t>‹#›</a:t>
            </a:fld>
            <a:endParaRPr lang="en-US"/>
          </a:p>
        </p:txBody>
      </p:sp>
    </p:spTree>
    <p:custDataLst>
      <p:tags r:id="rId18"/>
    </p:custDataLst>
    <p:extLst>
      <p:ext uri="{BB962C8B-B14F-4D97-AF65-F5344CB8AC3E}">
        <p14:creationId xmlns:p14="http://schemas.microsoft.com/office/powerpoint/2010/main" val="319595154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mc:AlternateContent xmlns:mc="http://schemas.openxmlformats.org/markup-compatibility/2006" xmlns:p14="http://schemas.microsoft.com/office/powerpoint/2010/main">
    <mc:Choice Requires="p14">
      <p:transition p14:dur="10"/>
    </mc:Choice>
    <mc:Fallback xmlns="">
      <p:transition/>
    </mc:Fallback>
  </mc:AlternateContent>
  <p:hf hdr="0"/>
  <p:txStyles>
    <p:titleStyle>
      <a:lvl1pPr algn="l" defTabSz="914400" rtl="0" eaLnBrk="1" latinLnBrk="0" hangingPunct="1">
        <a:lnSpc>
          <a:spcPct val="75000"/>
        </a:lnSpc>
        <a:spcBef>
          <a:spcPct val="0"/>
        </a:spcBef>
        <a:buNone/>
        <a:defRPr sz="2400" kern="1200" spc="-80" baseline="0">
          <a:solidFill>
            <a:schemeClr val="accent1"/>
          </a:solidFill>
          <a:latin typeface="+mj-lt"/>
          <a:ea typeface="+mj-ea"/>
          <a:cs typeface="+mj-cs"/>
        </a:defRPr>
      </a:lvl1pPr>
    </p:titleStyle>
    <p:bodyStyle>
      <a:lvl1pPr marL="0" indent="0" algn="l" defTabSz="914400" rtl="0" eaLnBrk="1" latinLnBrk="0" hangingPunct="1">
        <a:spcBef>
          <a:spcPts val="200"/>
        </a:spcBef>
        <a:spcAft>
          <a:spcPts val="200"/>
        </a:spcAft>
        <a:buFont typeface="Arial" panose="020B0604020202020204" pitchFamily="34" charset="0"/>
        <a:buNone/>
        <a:defRPr sz="1100" kern="1200">
          <a:solidFill>
            <a:schemeClr val="bg1"/>
          </a:solidFill>
          <a:latin typeface="+mn-lt"/>
          <a:ea typeface="+mn-ea"/>
          <a:cs typeface="+mn-cs"/>
        </a:defRPr>
      </a:lvl1pPr>
      <a:lvl2pPr marL="0" indent="0" algn="l" defTabSz="914400" rtl="0" eaLnBrk="1" latinLnBrk="0" hangingPunct="1">
        <a:spcBef>
          <a:spcPts val="200"/>
        </a:spcBef>
        <a:spcAft>
          <a:spcPts val="200"/>
        </a:spcAft>
        <a:buFont typeface="Arial" panose="020B0604020202020204" pitchFamily="34" charset="0"/>
        <a:buNone/>
        <a:defRPr sz="1200" b="1" kern="1200">
          <a:solidFill>
            <a:schemeClr val="accent1"/>
          </a:solidFill>
          <a:latin typeface="+mn-lt"/>
          <a:ea typeface="+mn-ea"/>
          <a:cs typeface="+mn-cs"/>
        </a:defRPr>
      </a:lvl2pPr>
      <a:lvl3pPr marL="179388" indent="-179388" algn="l" defTabSz="914400" rtl="0" eaLnBrk="1" latinLnBrk="0" hangingPunct="1">
        <a:spcBef>
          <a:spcPts val="200"/>
        </a:spcBef>
        <a:spcAft>
          <a:spcPts val="200"/>
        </a:spcAft>
        <a:buClr>
          <a:schemeClr val="accent1"/>
        </a:buClr>
        <a:buSzPct val="110000"/>
        <a:buFont typeface="Arial" panose="020B0604020202020204" pitchFamily="34" charset="0"/>
        <a:buChar char="●"/>
        <a:defRPr sz="1100" kern="1200">
          <a:solidFill>
            <a:schemeClr val="bg1"/>
          </a:solidFill>
          <a:latin typeface="+mn-lt"/>
          <a:ea typeface="+mn-ea"/>
          <a:cs typeface="+mn-cs"/>
        </a:defRPr>
      </a:lvl3pPr>
      <a:lvl4pPr marL="360363" indent="-180975" algn="l" defTabSz="914400" rtl="0" eaLnBrk="1" latinLnBrk="0" hangingPunct="1">
        <a:spcBef>
          <a:spcPts val="200"/>
        </a:spcBef>
        <a:spcAft>
          <a:spcPts val="200"/>
        </a:spcAft>
        <a:buClr>
          <a:schemeClr val="accent1"/>
        </a:buClr>
        <a:buSzPct val="105000"/>
        <a:buFont typeface="Arial" panose="020B0604020202020204" pitchFamily="34" charset="0"/>
        <a:buChar char="•"/>
        <a:defRPr sz="1100" kern="1200">
          <a:solidFill>
            <a:schemeClr val="bg1"/>
          </a:solidFill>
          <a:latin typeface="+mn-lt"/>
          <a:ea typeface="+mn-ea"/>
          <a:cs typeface="+mn-cs"/>
        </a:defRPr>
      </a:lvl4pPr>
      <a:lvl5pPr marL="538163" indent="-180000" algn="l" defTabSz="914400" rtl="0" eaLnBrk="1" latinLnBrk="0" hangingPunct="1">
        <a:spcBef>
          <a:spcPts val="200"/>
        </a:spcBef>
        <a:spcAft>
          <a:spcPts val="200"/>
        </a:spcAft>
        <a:buClr>
          <a:schemeClr val="accent1"/>
        </a:buClr>
        <a:buFont typeface="Arial" panose="020B0604020202020204" pitchFamily="34" charset="0"/>
        <a:buChar char="-"/>
        <a:defRPr sz="1100" kern="1200">
          <a:solidFill>
            <a:schemeClr val="bg1"/>
          </a:solidFill>
          <a:latin typeface="+mn-lt"/>
          <a:ea typeface="+mn-ea"/>
          <a:cs typeface="+mn-cs"/>
        </a:defRPr>
      </a:lvl5pPr>
      <a:lvl6pPr marL="270000" indent="-270000" algn="l" defTabSz="914400" rtl="0" eaLnBrk="1" latinLnBrk="0" hangingPunct="1">
        <a:spcBef>
          <a:spcPts val="200"/>
        </a:spcBef>
        <a:spcAft>
          <a:spcPts val="200"/>
        </a:spcAft>
        <a:buClr>
          <a:schemeClr val="accent1"/>
        </a:buClr>
        <a:buSzPct val="90000"/>
        <a:buFont typeface="+mj-lt"/>
        <a:buAutoNum type="arabicPeriod"/>
        <a:defRPr sz="1100" kern="1200">
          <a:solidFill>
            <a:schemeClr val="bg1"/>
          </a:solidFill>
          <a:latin typeface="+mn-lt"/>
          <a:ea typeface="+mn-ea"/>
          <a:cs typeface="+mn-cs"/>
        </a:defRPr>
      </a:lvl6pPr>
      <a:lvl7pPr marL="450000" indent="-180000" algn="l" defTabSz="914400" rtl="0" eaLnBrk="1" latinLnBrk="0" hangingPunct="1">
        <a:spcBef>
          <a:spcPts val="200"/>
        </a:spcBef>
        <a:spcAft>
          <a:spcPts val="200"/>
        </a:spcAft>
        <a:buClr>
          <a:schemeClr val="accent1"/>
        </a:buClr>
        <a:buFont typeface="+mj-lt"/>
        <a:buAutoNum type="alphaLcParenR"/>
        <a:defRPr sz="1100" kern="1200">
          <a:solidFill>
            <a:schemeClr val="bg1"/>
          </a:solidFill>
          <a:latin typeface="+mn-lt"/>
          <a:ea typeface="+mn-ea"/>
          <a:cs typeface="+mn-cs"/>
        </a:defRPr>
      </a:lvl7pPr>
      <a:lvl8pPr marL="0" indent="0" algn="l" defTabSz="914400" rtl="0" eaLnBrk="1" latinLnBrk="0" hangingPunct="1">
        <a:lnSpc>
          <a:spcPct val="80000"/>
        </a:lnSpc>
        <a:spcBef>
          <a:spcPts val="400"/>
        </a:spcBef>
        <a:spcAft>
          <a:spcPts val="400"/>
        </a:spcAft>
        <a:buFont typeface="Arial" panose="020B0604020202020204" pitchFamily="34" charset="0"/>
        <a:buNone/>
        <a:defRPr sz="1400" b="1" kern="1200">
          <a:solidFill>
            <a:schemeClr val="accent1"/>
          </a:solidFill>
          <a:latin typeface="+mn-lt"/>
          <a:ea typeface="+mn-ea"/>
          <a:cs typeface="+mn-cs"/>
        </a:defRPr>
      </a:lvl8pPr>
      <a:lvl9pPr marL="0" indent="0" algn="l" defTabSz="914400" rtl="0" eaLnBrk="1" latinLnBrk="0" hangingPunct="1">
        <a:spcBef>
          <a:spcPts val="200"/>
        </a:spcBef>
        <a:spcAft>
          <a:spcPts val="200"/>
        </a:spcAft>
        <a:buFont typeface="Arial" panose="020B0604020202020204" pitchFamily="34" charset="0"/>
        <a:buNone/>
        <a:defRPr sz="9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6" name="Group 95"/>
          <p:cNvGrpSpPr/>
          <p:nvPr userDrawn="1"/>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grpSp>
      <p:sp>
        <p:nvSpPr>
          <p:cNvPr id="2" name="Title Placeholder 1"/>
          <p:cNvSpPr>
            <a:spLocks noGrp="1"/>
          </p:cNvSpPr>
          <p:nvPr>
            <p:ph type="title"/>
          </p:nvPr>
        </p:nvSpPr>
        <p:spPr bwMode="gray">
          <a:xfrm>
            <a:off x="431803" y="452969"/>
            <a:ext cx="11328400" cy="912284"/>
          </a:xfrm>
          <a:prstGeom prst="rect">
            <a:avLst/>
          </a:prstGeom>
        </p:spPr>
        <p:txBody>
          <a:bodyPr vert="horz" lIns="0" tIns="36000" rIns="0" bIns="0" rtlCol="0" anchor="t">
            <a:noAutofit/>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Text Placeholder 2"/>
          <p:cNvSpPr>
            <a:spLocks noGrp="1"/>
          </p:cNvSpPr>
          <p:nvPr>
            <p:ph type="body" idx="1"/>
          </p:nvPr>
        </p:nvSpPr>
        <p:spPr bwMode="gray">
          <a:xfrm>
            <a:off x="431803" y="1701800"/>
            <a:ext cx="11328400" cy="432011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bwMode="gray">
          <a:xfrm>
            <a:off x="10848530" y="6309785"/>
            <a:ext cx="624069" cy="287867"/>
          </a:xfrm>
          <a:prstGeom prst="rect">
            <a:avLst/>
          </a:prstGeom>
        </p:spPr>
        <p:txBody>
          <a:bodyPr vert="horz" lIns="0" tIns="0" rIns="0" bIns="0" rtlCol="0" anchor="ctr"/>
          <a:lstStyle>
            <a:lvl1pPr algn="r">
              <a:defRPr sz="800">
                <a:solidFill>
                  <a:schemeClr val="tx1"/>
                </a:solidFill>
              </a:defRPr>
            </a:lvl1pPr>
          </a:lstStyle>
          <a:p>
            <a:fld id="{AB0DAF3F-A634-422C-A6D9-1CBCF50DD64E}" type="datetime1">
              <a:rPr lang="en-US" smtClean="0"/>
              <a:t>10/8/2025</a:t>
            </a:fld>
            <a:endParaRPr lang="en-US"/>
          </a:p>
        </p:txBody>
      </p:sp>
      <p:sp>
        <p:nvSpPr>
          <p:cNvPr id="5" name="Footer Placeholder 4"/>
          <p:cNvSpPr>
            <a:spLocks noGrp="1"/>
          </p:cNvSpPr>
          <p:nvPr>
            <p:ph type="ftr" sz="quarter" idx="3"/>
          </p:nvPr>
        </p:nvSpPr>
        <p:spPr bwMode="gray">
          <a:xfrm>
            <a:off x="6288617" y="6309785"/>
            <a:ext cx="4559912" cy="287867"/>
          </a:xfrm>
          <a:prstGeom prst="rect">
            <a:avLst/>
          </a:prstGeom>
        </p:spPr>
        <p:txBody>
          <a:bodyPr vert="horz" lIns="0" tIns="0" rIns="0" bIns="0" rtlCol="0" anchor="ctr"/>
          <a:lstStyle>
            <a:lvl1pPr algn="r">
              <a:defRPr sz="800">
                <a:solidFill>
                  <a:schemeClr val="tx1"/>
                </a:solidFill>
              </a:defRPr>
            </a:lvl1pPr>
          </a:lstStyle>
          <a:p>
            <a:r>
              <a:rPr lang="en-US"/>
              <a:t>Title of the presentation</a:t>
            </a:r>
          </a:p>
        </p:txBody>
      </p:sp>
      <p:sp>
        <p:nvSpPr>
          <p:cNvPr id="6" name="Slide Number Placeholder 5"/>
          <p:cNvSpPr>
            <a:spLocks noGrp="1"/>
          </p:cNvSpPr>
          <p:nvPr>
            <p:ph type="sldNum" sz="quarter" idx="4"/>
          </p:nvPr>
        </p:nvSpPr>
        <p:spPr bwMode="gray">
          <a:xfrm>
            <a:off x="11472598" y="6309785"/>
            <a:ext cx="287601" cy="287867"/>
          </a:xfrm>
          <a:prstGeom prst="rect">
            <a:avLst/>
          </a:prstGeom>
        </p:spPr>
        <p:txBody>
          <a:bodyPr vert="horz" lIns="0" tIns="0" rIns="0" bIns="0" rtlCol="0" anchor="ctr"/>
          <a:lstStyle>
            <a:lvl1pPr algn="r">
              <a:defRPr sz="800" b="1">
                <a:solidFill>
                  <a:schemeClr val="tx1"/>
                </a:solidFill>
              </a:defRPr>
            </a:lvl1pPr>
          </a:lstStyle>
          <a:p>
            <a:fld id="{FCB53D23-1D79-480C-B3BE-829293F4503C}" type="slidenum">
              <a:rPr lang="en-US" smtClean="0"/>
              <a:pPr/>
              <a:t>‹#›</a:t>
            </a:fld>
            <a:endParaRPr lang="en-US"/>
          </a:p>
        </p:txBody>
      </p:sp>
    </p:spTree>
    <p:custDataLst>
      <p:tags r:id="rId19"/>
    </p:custDataLst>
    <p:extLst>
      <p:ext uri="{BB962C8B-B14F-4D97-AF65-F5344CB8AC3E}">
        <p14:creationId xmlns:p14="http://schemas.microsoft.com/office/powerpoint/2010/main" val="51323613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3" r:id="rId17"/>
  </p:sldLayoutIdLst>
  <mc:AlternateContent xmlns:mc="http://schemas.openxmlformats.org/markup-compatibility/2006" xmlns:p14="http://schemas.microsoft.com/office/powerpoint/2010/main">
    <mc:Choice Requires="p14">
      <p:transition p14:dur="10"/>
    </mc:Choice>
    <mc:Fallback xmlns="">
      <p:transition/>
    </mc:Fallback>
  </mc:AlternateContent>
  <p:hf hdr="0"/>
  <p:txStyles>
    <p:titleStyle>
      <a:lvl1pPr algn="l" defTabSz="1219170" rtl="0" eaLnBrk="1" latinLnBrk="0" hangingPunct="1">
        <a:lnSpc>
          <a:spcPct val="75000"/>
        </a:lnSpc>
        <a:spcBef>
          <a:spcPct val="0"/>
        </a:spcBef>
        <a:buNone/>
        <a:defRPr sz="3200" kern="1200" spc="-107" baseline="0">
          <a:solidFill>
            <a:schemeClr val="accent1"/>
          </a:solidFill>
          <a:latin typeface="+mj-lt"/>
          <a:ea typeface="+mj-ea"/>
          <a:cs typeface="+mj-cs"/>
        </a:defRPr>
      </a:lvl1pPr>
    </p:titleStyle>
    <p:bodyStyle>
      <a:lvl1pPr marL="0" indent="0" algn="l" defTabSz="1219170" rtl="0" eaLnBrk="1" latinLnBrk="0" hangingPunct="1">
        <a:spcBef>
          <a:spcPts val="267"/>
        </a:spcBef>
        <a:spcAft>
          <a:spcPts val="267"/>
        </a:spcAft>
        <a:buFont typeface="Arial" panose="020B0604020202020204" pitchFamily="34" charset="0"/>
        <a:buNone/>
        <a:defRPr sz="1467" kern="1200">
          <a:solidFill>
            <a:schemeClr val="tx1"/>
          </a:solidFill>
          <a:latin typeface="+mn-lt"/>
          <a:ea typeface="+mn-ea"/>
          <a:cs typeface="+mn-cs"/>
        </a:defRPr>
      </a:lvl1pPr>
      <a:lvl2pPr marL="0" indent="0" algn="l" defTabSz="1219170" rtl="0" eaLnBrk="1" latinLnBrk="0" hangingPunct="1">
        <a:spcBef>
          <a:spcPts val="267"/>
        </a:spcBef>
        <a:spcAft>
          <a:spcPts val="267"/>
        </a:spcAft>
        <a:buFont typeface="Arial" panose="020B0604020202020204" pitchFamily="34" charset="0"/>
        <a:buNone/>
        <a:defRPr sz="1600" b="1" kern="1200">
          <a:solidFill>
            <a:schemeClr val="accent1"/>
          </a:solidFill>
          <a:latin typeface="+mn-lt"/>
          <a:ea typeface="+mn-ea"/>
          <a:cs typeface="+mn-cs"/>
        </a:defRPr>
      </a:lvl2pPr>
      <a:lvl3pPr marL="239178" indent="-239178" algn="l" defTabSz="1219170" rtl="0" eaLnBrk="1" latinLnBrk="0" hangingPunct="1">
        <a:spcBef>
          <a:spcPts val="267"/>
        </a:spcBef>
        <a:spcAft>
          <a:spcPts val="267"/>
        </a:spcAft>
        <a:buClr>
          <a:schemeClr val="accent1"/>
        </a:buClr>
        <a:buSzPct val="110000"/>
        <a:buFont typeface="Arial" panose="020B0604020202020204" pitchFamily="34" charset="0"/>
        <a:buChar char="●"/>
        <a:defRPr sz="1467" kern="1200">
          <a:solidFill>
            <a:schemeClr val="tx1"/>
          </a:solidFill>
          <a:latin typeface="+mn-lt"/>
          <a:ea typeface="+mn-ea"/>
          <a:cs typeface="+mn-cs"/>
        </a:defRPr>
      </a:lvl3pPr>
      <a:lvl4pPr marL="480472" indent="-241294" algn="l" defTabSz="1219170" rtl="0" eaLnBrk="1" latinLnBrk="0" hangingPunct="1">
        <a:spcBef>
          <a:spcPts val="267"/>
        </a:spcBef>
        <a:spcAft>
          <a:spcPts val="267"/>
        </a:spcAft>
        <a:buClr>
          <a:schemeClr val="accent1"/>
        </a:buClr>
        <a:buSzPct val="105000"/>
        <a:buFont typeface="Arial" panose="020B0604020202020204" pitchFamily="34" charset="0"/>
        <a:buChar char="•"/>
        <a:defRPr sz="1467" kern="1200">
          <a:solidFill>
            <a:schemeClr val="tx1"/>
          </a:solidFill>
          <a:latin typeface="+mn-lt"/>
          <a:ea typeface="+mn-ea"/>
          <a:cs typeface="+mn-cs"/>
        </a:defRPr>
      </a:lvl4pPr>
      <a:lvl5pPr marL="717533" indent="-239994" algn="l" defTabSz="1219170" rtl="0" eaLnBrk="1" latinLnBrk="0" hangingPunct="1">
        <a:spcBef>
          <a:spcPts val="267"/>
        </a:spcBef>
        <a:spcAft>
          <a:spcPts val="267"/>
        </a:spcAft>
        <a:buClr>
          <a:schemeClr val="accent1"/>
        </a:buClr>
        <a:buFont typeface="Arial" panose="020B0604020202020204" pitchFamily="34" charset="0"/>
        <a:buChar char="-"/>
        <a:defRPr sz="1467" kern="1200">
          <a:solidFill>
            <a:schemeClr val="tx1"/>
          </a:solidFill>
          <a:latin typeface="+mn-lt"/>
          <a:ea typeface="+mn-ea"/>
          <a:cs typeface="+mn-cs"/>
        </a:defRPr>
      </a:lvl5pPr>
      <a:lvl6pPr marL="359991" indent="-359991" algn="l" defTabSz="1219170" rtl="0" eaLnBrk="1" latinLnBrk="0" hangingPunct="1">
        <a:spcBef>
          <a:spcPts val="267"/>
        </a:spcBef>
        <a:spcAft>
          <a:spcPts val="267"/>
        </a:spcAft>
        <a:buClr>
          <a:schemeClr val="accent1"/>
        </a:buClr>
        <a:buSzPct val="90000"/>
        <a:buFont typeface="+mj-lt"/>
        <a:buAutoNum type="arabicPeriod"/>
        <a:defRPr sz="1467" kern="1200">
          <a:solidFill>
            <a:schemeClr val="tx1"/>
          </a:solidFill>
          <a:latin typeface="+mn-lt"/>
          <a:ea typeface="+mn-ea"/>
          <a:cs typeface="+mn-cs"/>
        </a:defRPr>
      </a:lvl6pPr>
      <a:lvl7pPr marL="599985" indent="-239994" algn="l" defTabSz="1219170" rtl="0" eaLnBrk="1" latinLnBrk="0" hangingPunct="1">
        <a:spcBef>
          <a:spcPts val="267"/>
        </a:spcBef>
        <a:spcAft>
          <a:spcPts val="267"/>
        </a:spcAft>
        <a:buClr>
          <a:schemeClr val="accent1"/>
        </a:buClr>
        <a:buFont typeface="+mj-lt"/>
        <a:buAutoNum type="alphaLcParenR"/>
        <a:defRPr sz="1467" kern="1200">
          <a:solidFill>
            <a:schemeClr val="tx1"/>
          </a:solidFill>
          <a:latin typeface="+mn-lt"/>
          <a:ea typeface="+mn-ea"/>
          <a:cs typeface="+mn-cs"/>
        </a:defRPr>
      </a:lvl7pPr>
      <a:lvl8pPr marL="0" indent="0" algn="l" defTabSz="1219170" rtl="0" eaLnBrk="1" latinLnBrk="0" hangingPunct="1">
        <a:lnSpc>
          <a:spcPct val="80000"/>
        </a:lnSpc>
        <a:spcBef>
          <a:spcPts val="533"/>
        </a:spcBef>
        <a:spcAft>
          <a:spcPts val="533"/>
        </a:spcAft>
        <a:buFont typeface="Arial" panose="020B0604020202020204" pitchFamily="34" charset="0"/>
        <a:buNone/>
        <a:defRPr sz="1867" b="1" kern="1200">
          <a:solidFill>
            <a:schemeClr val="accent1"/>
          </a:solidFill>
          <a:latin typeface="+mn-lt"/>
          <a:ea typeface="+mn-ea"/>
          <a:cs typeface="+mn-cs"/>
        </a:defRPr>
      </a:lvl8pPr>
      <a:lvl9pPr marL="0" indent="0" algn="l" defTabSz="1219170" rtl="0" eaLnBrk="1" latinLnBrk="0" hangingPunct="1">
        <a:spcBef>
          <a:spcPts val="267"/>
        </a:spcBef>
        <a:spcAft>
          <a:spcPts val="267"/>
        </a:spcAft>
        <a:buFont typeface="Arial" panose="020B0604020202020204" pitchFamily="34" charset="0"/>
        <a:buNone/>
        <a:defRPr sz="1200" kern="1200">
          <a:solidFill>
            <a:schemeClr val="bg2">
              <a:lumMod val="50000"/>
            </a:schemeClr>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6" name="Group 95"/>
          <p:cNvGrpSpPr/>
          <p:nvPr userDrawn="1"/>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grpSp>
        </p:grpSp>
      </p:grpSp>
      <p:sp>
        <p:nvSpPr>
          <p:cNvPr id="2" name="Title Placeholder 1"/>
          <p:cNvSpPr>
            <a:spLocks noGrp="1"/>
          </p:cNvSpPr>
          <p:nvPr>
            <p:ph type="title"/>
          </p:nvPr>
        </p:nvSpPr>
        <p:spPr bwMode="gray">
          <a:xfrm>
            <a:off x="431804" y="452969"/>
            <a:ext cx="11328400" cy="912284"/>
          </a:xfrm>
          <a:prstGeom prst="rect">
            <a:avLst/>
          </a:prstGeom>
        </p:spPr>
        <p:txBody>
          <a:bodyPr vert="horz" lIns="0" tIns="36000" rIns="0" bIns="0" rtlCol="0" anchor="t">
            <a:noAutofit/>
          </a:bodyPr>
          <a:lstStyle/>
          <a:p>
            <a:r>
              <a:rPr lang="de-DE"/>
              <a:t>Title </a:t>
            </a:r>
            <a:r>
              <a:rPr lang="de-DE" err="1"/>
              <a:t>of</a:t>
            </a:r>
            <a:r>
              <a:rPr lang="de-DE"/>
              <a:t> </a:t>
            </a:r>
            <a:br>
              <a:rPr lang="de-DE"/>
            </a:br>
            <a:r>
              <a:rPr lang="de-DE" err="1"/>
              <a:t>the</a:t>
            </a:r>
            <a:r>
              <a:rPr lang="de-DE"/>
              <a:t> </a:t>
            </a:r>
            <a:r>
              <a:rPr lang="de-DE" err="1"/>
              <a:t>slide</a:t>
            </a:r>
            <a:endParaRPr lang="en-US"/>
          </a:p>
        </p:txBody>
      </p:sp>
      <p:sp>
        <p:nvSpPr>
          <p:cNvPr id="3" name="Text Placeholder 2"/>
          <p:cNvSpPr>
            <a:spLocks noGrp="1"/>
          </p:cNvSpPr>
          <p:nvPr>
            <p:ph type="body" idx="1"/>
          </p:nvPr>
        </p:nvSpPr>
        <p:spPr bwMode="gray">
          <a:xfrm>
            <a:off x="431804" y="1701800"/>
            <a:ext cx="11328400" cy="432011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bwMode="gray">
          <a:xfrm>
            <a:off x="10848529" y="6309787"/>
            <a:ext cx="624070" cy="287867"/>
          </a:xfrm>
          <a:prstGeom prst="rect">
            <a:avLst/>
          </a:prstGeom>
        </p:spPr>
        <p:txBody>
          <a:bodyPr vert="horz" lIns="0" tIns="0" rIns="0" bIns="0" rtlCol="0" anchor="ctr"/>
          <a:lstStyle>
            <a:lvl1pPr algn="r">
              <a:defRPr sz="600">
                <a:solidFill>
                  <a:schemeClr val="tx1"/>
                </a:solidFill>
              </a:defRPr>
            </a:lvl1pPr>
          </a:lstStyle>
          <a:p>
            <a:fld id="{AB0DAF3F-A634-422C-A6D9-1CBCF50DD64E}" type="datetime1">
              <a:rPr lang="en-US" smtClean="0"/>
              <a:t>10/8/2025</a:t>
            </a:fld>
            <a:endParaRPr lang="en-US"/>
          </a:p>
        </p:txBody>
      </p:sp>
      <p:sp>
        <p:nvSpPr>
          <p:cNvPr id="5" name="Footer Placeholder 4"/>
          <p:cNvSpPr>
            <a:spLocks noGrp="1"/>
          </p:cNvSpPr>
          <p:nvPr>
            <p:ph type="ftr" sz="quarter" idx="3"/>
          </p:nvPr>
        </p:nvSpPr>
        <p:spPr bwMode="gray">
          <a:xfrm>
            <a:off x="6288618" y="6309787"/>
            <a:ext cx="4559911" cy="287867"/>
          </a:xfrm>
          <a:prstGeom prst="rect">
            <a:avLst/>
          </a:prstGeom>
        </p:spPr>
        <p:txBody>
          <a:bodyPr vert="horz" lIns="0" tIns="0" rIns="0" bIns="0" rtlCol="0" anchor="ctr"/>
          <a:lstStyle>
            <a:lvl1pPr algn="r">
              <a:defRPr sz="600">
                <a:solidFill>
                  <a:schemeClr val="tx1"/>
                </a:solidFill>
              </a:defRPr>
            </a:lvl1pPr>
          </a:lstStyle>
          <a:p>
            <a:r>
              <a:rPr lang="en-US"/>
              <a:t>Title of the presentation</a:t>
            </a:r>
          </a:p>
        </p:txBody>
      </p:sp>
      <p:sp>
        <p:nvSpPr>
          <p:cNvPr id="6" name="Slide Number Placeholder 5"/>
          <p:cNvSpPr>
            <a:spLocks noGrp="1"/>
          </p:cNvSpPr>
          <p:nvPr>
            <p:ph type="sldNum" sz="quarter" idx="4"/>
          </p:nvPr>
        </p:nvSpPr>
        <p:spPr bwMode="gray">
          <a:xfrm>
            <a:off x="11472598" y="6309787"/>
            <a:ext cx="287602" cy="287867"/>
          </a:xfrm>
          <a:prstGeom prst="rect">
            <a:avLst/>
          </a:prstGeom>
        </p:spPr>
        <p:txBody>
          <a:bodyPr vert="horz" lIns="0" tIns="0" rIns="0" bIns="0" rtlCol="0" anchor="ctr"/>
          <a:lstStyle>
            <a:lvl1pPr algn="r">
              <a:defRPr sz="600" b="1">
                <a:solidFill>
                  <a:schemeClr val="tx1"/>
                </a:solidFill>
              </a:defRPr>
            </a:lvl1pPr>
          </a:lstStyle>
          <a:p>
            <a:fld id="{FCB53D23-1D79-480C-B3BE-829293F4503C}" type="slidenum">
              <a:rPr lang="en-US" smtClean="0"/>
              <a:pPr/>
              <a:t>‹#›</a:t>
            </a:fld>
            <a:endParaRPr lang="en-US"/>
          </a:p>
        </p:txBody>
      </p:sp>
    </p:spTree>
    <p:custDataLst>
      <p:tags r:id="rId20"/>
    </p:custDataLst>
    <p:extLst>
      <p:ext uri="{BB962C8B-B14F-4D97-AF65-F5344CB8AC3E}">
        <p14:creationId xmlns:p14="http://schemas.microsoft.com/office/powerpoint/2010/main" val="62531108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Lst>
  <mc:AlternateContent xmlns:mc="http://schemas.openxmlformats.org/markup-compatibility/2006" xmlns:p14="http://schemas.microsoft.com/office/powerpoint/2010/main">
    <mc:Choice Requires="p14">
      <p:transition p14:dur="10"/>
    </mc:Choice>
    <mc:Fallback xmlns="">
      <p:transition/>
    </mc:Fallback>
  </mc:AlternateContent>
  <p:hf hdr="0"/>
  <p:txStyles>
    <p:titleStyle>
      <a:lvl1pPr algn="l" defTabSz="914400" rtl="0" eaLnBrk="1" latinLnBrk="0" hangingPunct="1">
        <a:lnSpc>
          <a:spcPct val="75000"/>
        </a:lnSpc>
        <a:spcBef>
          <a:spcPct val="0"/>
        </a:spcBef>
        <a:buNone/>
        <a:defRPr sz="2400" kern="1200" spc="-80" baseline="0">
          <a:solidFill>
            <a:schemeClr val="accent1"/>
          </a:solidFill>
          <a:latin typeface="+mj-lt"/>
          <a:ea typeface="+mj-ea"/>
          <a:cs typeface="+mj-cs"/>
        </a:defRPr>
      </a:lvl1pPr>
    </p:titleStyle>
    <p:bodyStyle>
      <a:lvl1pPr marL="0" indent="0" algn="l" defTabSz="914400" rtl="0" eaLnBrk="1" latinLnBrk="0" hangingPunct="1">
        <a:spcBef>
          <a:spcPts val="200"/>
        </a:spcBef>
        <a:spcAft>
          <a:spcPts val="200"/>
        </a:spcAft>
        <a:buFont typeface="Arial" panose="020B0604020202020204" pitchFamily="34" charset="0"/>
        <a:buNone/>
        <a:defRPr sz="1100" kern="1200">
          <a:solidFill>
            <a:schemeClr val="tx1"/>
          </a:solidFill>
          <a:latin typeface="+mn-lt"/>
          <a:ea typeface="+mn-ea"/>
          <a:cs typeface="+mn-cs"/>
        </a:defRPr>
      </a:lvl1pPr>
      <a:lvl2pPr marL="0" indent="0" algn="l" defTabSz="914400" rtl="0" eaLnBrk="1" latinLnBrk="0" hangingPunct="1">
        <a:spcBef>
          <a:spcPts val="200"/>
        </a:spcBef>
        <a:spcAft>
          <a:spcPts val="200"/>
        </a:spcAft>
        <a:buFont typeface="Arial" panose="020B0604020202020204" pitchFamily="34" charset="0"/>
        <a:buNone/>
        <a:defRPr sz="1200" b="1" kern="1200">
          <a:solidFill>
            <a:schemeClr val="accent1"/>
          </a:solidFill>
          <a:latin typeface="+mn-lt"/>
          <a:ea typeface="+mn-ea"/>
          <a:cs typeface="+mn-cs"/>
        </a:defRPr>
      </a:lvl2pPr>
      <a:lvl3pPr marL="179388" indent="-179388" algn="l" defTabSz="914400" rtl="0" eaLnBrk="1" latinLnBrk="0" hangingPunct="1">
        <a:spcBef>
          <a:spcPts val="200"/>
        </a:spcBef>
        <a:spcAft>
          <a:spcPts val="200"/>
        </a:spcAft>
        <a:buClr>
          <a:schemeClr val="accent1"/>
        </a:buClr>
        <a:buSzPct val="110000"/>
        <a:buFont typeface="Arial" panose="020B0604020202020204" pitchFamily="34" charset="0"/>
        <a:buChar char="●"/>
        <a:defRPr sz="1100" kern="1200">
          <a:solidFill>
            <a:schemeClr val="tx1"/>
          </a:solidFill>
          <a:latin typeface="+mn-lt"/>
          <a:ea typeface="+mn-ea"/>
          <a:cs typeface="+mn-cs"/>
        </a:defRPr>
      </a:lvl3pPr>
      <a:lvl4pPr marL="360363" indent="-180975" algn="l" defTabSz="914400" rtl="0" eaLnBrk="1" latinLnBrk="0" hangingPunct="1">
        <a:spcBef>
          <a:spcPts val="200"/>
        </a:spcBef>
        <a:spcAft>
          <a:spcPts val="200"/>
        </a:spcAft>
        <a:buClr>
          <a:schemeClr val="accent1"/>
        </a:buClr>
        <a:buSzPct val="105000"/>
        <a:buFont typeface="Arial" panose="020B0604020202020204" pitchFamily="34" charset="0"/>
        <a:buChar char="•"/>
        <a:defRPr sz="1100" kern="1200">
          <a:solidFill>
            <a:schemeClr val="tx1"/>
          </a:solidFill>
          <a:latin typeface="+mn-lt"/>
          <a:ea typeface="+mn-ea"/>
          <a:cs typeface="+mn-cs"/>
        </a:defRPr>
      </a:lvl4pPr>
      <a:lvl5pPr marL="538163" indent="-180000" algn="l" defTabSz="914400" rtl="0" eaLnBrk="1" latinLnBrk="0" hangingPunct="1">
        <a:spcBef>
          <a:spcPts val="200"/>
        </a:spcBef>
        <a:spcAft>
          <a:spcPts val="200"/>
        </a:spcAft>
        <a:buClr>
          <a:schemeClr val="accent1"/>
        </a:buClr>
        <a:buFont typeface="Arial" panose="020B0604020202020204" pitchFamily="34" charset="0"/>
        <a:buChar char="-"/>
        <a:defRPr sz="1100" kern="1200">
          <a:solidFill>
            <a:schemeClr val="tx1"/>
          </a:solidFill>
          <a:latin typeface="+mn-lt"/>
          <a:ea typeface="+mn-ea"/>
          <a:cs typeface="+mn-cs"/>
        </a:defRPr>
      </a:lvl5pPr>
      <a:lvl6pPr marL="270000" indent="-270000" algn="l" defTabSz="914400" rtl="0" eaLnBrk="1" latinLnBrk="0" hangingPunct="1">
        <a:spcBef>
          <a:spcPts val="200"/>
        </a:spcBef>
        <a:spcAft>
          <a:spcPts val="200"/>
        </a:spcAft>
        <a:buClr>
          <a:schemeClr val="accent1"/>
        </a:buClr>
        <a:buSzPct val="90000"/>
        <a:buFont typeface="+mj-lt"/>
        <a:buAutoNum type="arabicPeriod"/>
        <a:defRPr sz="1100" kern="1200">
          <a:solidFill>
            <a:schemeClr val="tx1"/>
          </a:solidFill>
          <a:latin typeface="+mn-lt"/>
          <a:ea typeface="+mn-ea"/>
          <a:cs typeface="+mn-cs"/>
        </a:defRPr>
      </a:lvl6pPr>
      <a:lvl7pPr marL="450000" indent="-180000" algn="l" defTabSz="914400" rtl="0" eaLnBrk="1" latinLnBrk="0" hangingPunct="1">
        <a:spcBef>
          <a:spcPts val="200"/>
        </a:spcBef>
        <a:spcAft>
          <a:spcPts val="200"/>
        </a:spcAft>
        <a:buClr>
          <a:schemeClr val="accent1"/>
        </a:buClr>
        <a:buFont typeface="+mj-lt"/>
        <a:buAutoNum type="alphaLcParenR"/>
        <a:defRPr sz="1100" kern="1200">
          <a:solidFill>
            <a:schemeClr val="tx1"/>
          </a:solidFill>
          <a:latin typeface="+mn-lt"/>
          <a:ea typeface="+mn-ea"/>
          <a:cs typeface="+mn-cs"/>
        </a:defRPr>
      </a:lvl7pPr>
      <a:lvl8pPr marL="0" indent="0" algn="l" defTabSz="914400" rtl="0" eaLnBrk="1" latinLnBrk="0" hangingPunct="1">
        <a:lnSpc>
          <a:spcPct val="80000"/>
        </a:lnSpc>
        <a:spcBef>
          <a:spcPts val="400"/>
        </a:spcBef>
        <a:spcAft>
          <a:spcPts val="400"/>
        </a:spcAft>
        <a:buFont typeface="Arial" panose="020B0604020202020204" pitchFamily="34" charset="0"/>
        <a:buNone/>
        <a:defRPr sz="1400" b="1" kern="1200">
          <a:solidFill>
            <a:schemeClr val="accent1"/>
          </a:solidFill>
          <a:latin typeface="+mn-lt"/>
          <a:ea typeface="+mn-ea"/>
          <a:cs typeface="+mn-cs"/>
        </a:defRPr>
      </a:lvl8pPr>
      <a:lvl9pPr marL="0" indent="0" algn="l" defTabSz="914400" rtl="0" eaLnBrk="1" latinLnBrk="0" hangingPunct="1">
        <a:spcBef>
          <a:spcPts val="200"/>
        </a:spcBef>
        <a:spcAft>
          <a:spcPts val="200"/>
        </a:spcAft>
        <a:buFont typeface="Arial" panose="020B0604020202020204" pitchFamily="34" charset="0"/>
        <a:buNone/>
        <a:defRPr sz="900" kern="1200">
          <a:solidFill>
            <a:schemeClr val="bg2">
              <a:lumMod val="5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7" name="think-cell Slide" r:id="rId40" imgW="413" imgH="416" progId="TCLayout.ActiveDocument.1">
                  <p:embed/>
                </p:oleObj>
              </mc:Choice>
              <mc:Fallback>
                <p:oleObj name="think-cell Slide" r:id="rId40"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8"/>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cxnSp>
        <p:nvCxnSpPr>
          <p:cNvPr id="106" name="BottomLine">
            <a:extLst>
              <a:ext uri="{FF2B5EF4-FFF2-40B4-BE49-F238E27FC236}">
                <a16:creationId xmlns:a16="http://schemas.microsoft.com/office/drawing/2014/main" id="{8B868434-776E-46FC-90D6-2CC6F63A9A51}"/>
              </a:ext>
            </a:extLst>
          </p:cNvPr>
          <p:cNvCxnSpPr/>
          <p:nvPr userDrawn="1">
            <p:custDataLst>
              <p:tags r:id="rId19"/>
            </p:custDataLst>
          </p:nvPr>
        </p:nvCxnSpPr>
        <p:spPr>
          <a:xfrm>
            <a:off x="554736" y="6453769"/>
            <a:ext cx="110825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userDrawn="1">
            <p:custDataLst>
              <p:tags r:id="rId20"/>
            </p:custDataLst>
          </p:nvPr>
        </p:nvCxnSpPr>
        <p:spPr>
          <a:xfrm>
            <a:off x="554736" y="1181906"/>
            <a:ext cx="11082528" cy="0"/>
          </a:xfrm>
          <a:prstGeom prst="line">
            <a:avLst/>
          </a:prstGeom>
          <a:ln w="6350">
            <a:solidFill>
              <a:srgbClr val="5225B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3"/>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3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pic>
        <p:nvPicPr>
          <p:cNvPr id="4" name="Picture 3">
            <a:extLst>
              <a:ext uri="{FF2B5EF4-FFF2-40B4-BE49-F238E27FC236}">
                <a16:creationId xmlns:a16="http://schemas.microsoft.com/office/drawing/2014/main" id="{3FC15238-0277-33B6-2EFC-7256C426B72C}"/>
              </a:ext>
            </a:extLst>
          </p:cNvPr>
          <p:cNvPicPr>
            <a:picLocks noChangeAspect="1"/>
          </p:cNvPicPr>
          <p:nvPr userDrawn="1"/>
        </p:nvPicPr>
        <p:blipFill>
          <a:blip r:embed="rId42"/>
          <a:stretch>
            <a:fillRect/>
          </a:stretch>
        </p:blipFill>
        <p:spPr>
          <a:xfrm>
            <a:off x="10654028" y="6541113"/>
            <a:ext cx="988557" cy="216078"/>
          </a:xfrm>
          <a:prstGeom prst="rect">
            <a:avLst/>
          </a:prstGeom>
        </p:spPr>
      </p:pic>
      <p:sp>
        <p:nvSpPr>
          <p:cNvPr id="7" name="Slide Number">
            <a:extLst>
              <a:ext uri="{FF2B5EF4-FFF2-40B4-BE49-F238E27FC236}">
                <a16:creationId xmlns:a16="http://schemas.microsoft.com/office/drawing/2014/main" id="{7F4943F5-DD6D-6782-92F8-3F88E80A522F}"/>
              </a:ext>
            </a:extLst>
          </p:cNvPr>
          <p:cNvSpPr>
            <a:spLocks noChangeArrowheads="1"/>
          </p:cNvSpPr>
          <p:nvPr userDrawn="1">
            <p:custDataLst>
              <p:tags r:id="rId24"/>
            </p:custDataLst>
          </p:nvPr>
        </p:nvSpPr>
        <p:spPr bwMode="black">
          <a:xfrm>
            <a:off x="554736"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Tree>
    <p:extLst>
      <p:ext uri="{BB962C8B-B14F-4D97-AF65-F5344CB8AC3E}">
        <p14:creationId xmlns:p14="http://schemas.microsoft.com/office/powerpoint/2010/main" val="2815763416"/>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rgbClr val="5225B5"/>
          </a:solidFill>
          <a:latin typeface="Arial Black" panose="020B0A04020102020204" pitchFamily="34" charset="0"/>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0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12809" y="2588322"/>
            <a:ext cx="8219440" cy="2209872"/>
          </a:xfrm>
        </p:spPr>
        <p:txBody>
          <a:bodyPr>
            <a:normAutofit/>
          </a:bodyPr>
          <a:lstStyle/>
          <a:p>
            <a:pPr algn="ctr">
              <a:lnSpc>
                <a:spcPct val="100000"/>
              </a:lnSpc>
            </a:pPr>
            <a:endParaRPr lang="en-US" sz="8000" dirty="0"/>
          </a:p>
        </p:txBody>
      </p:sp>
      <p:sp>
        <p:nvSpPr>
          <p:cNvPr id="6" name="Date Placeholder 5"/>
          <p:cNvSpPr>
            <a:spLocks noGrp="1"/>
          </p:cNvSpPr>
          <p:nvPr>
            <p:ph type="dt" sz="half" idx="10"/>
          </p:nvPr>
        </p:nvSpPr>
        <p:spPr/>
        <p:txBody>
          <a:bodyPr/>
          <a:lstStyle/>
          <a:p>
            <a:fld id="{7AB167EC-9063-4AB4-B3FE-3B96ED948736}" type="datetime1">
              <a:rPr lang="en-US" smtClean="0"/>
              <a:t>10/8/2025</a:t>
            </a:fld>
            <a:endParaRPr lang="en-US"/>
          </a:p>
        </p:txBody>
      </p:sp>
      <p:sp>
        <p:nvSpPr>
          <p:cNvPr id="7" name="Footer Placeholder 6"/>
          <p:cNvSpPr>
            <a:spLocks noGrp="1"/>
          </p:cNvSpPr>
          <p:nvPr>
            <p:ph type="ftr" sz="quarter" idx="11"/>
          </p:nvPr>
        </p:nvSpPr>
        <p:spPr/>
        <p:txBody>
          <a:bodyPr/>
          <a:lstStyle/>
          <a:p>
            <a:r>
              <a:rPr lang="en-US"/>
              <a:t>Title of the presentation</a:t>
            </a:r>
          </a:p>
        </p:txBody>
      </p:sp>
      <p:sp>
        <p:nvSpPr>
          <p:cNvPr id="8" name="Slide Number Placeholder 7"/>
          <p:cNvSpPr>
            <a:spLocks noGrp="1"/>
          </p:cNvSpPr>
          <p:nvPr>
            <p:ph type="sldNum" sz="quarter" idx="12"/>
          </p:nvPr>
        </p:nvSpPr>
        <p:spPr/>
        <p:txBody>
          <a:bodyPr/>
          <a:lstStyle/>
          <a:p>
            <a:fld id="{FCB53D23-1D79-480C-B3BE-829293F4503C}" type="slidenum">
              <a:rPr lang="en-US" smtClean="0"/>
              <a:pPr/>
              <a:t>1</a:t>
            </a:fld>
            <a:endParaRPr lang="en-US"/>
          </a:p>
        </p:txBody>
      </p:sp>
      <p:sp>
        <p:nvSpPr>
          <p:cNvPr id="4" name="Subtitle 3"/>
          <p:cNvSpPr>
            <a:spLocks noGrp="1"/>
          </p:cNvSpPr>
          <p:nvPr>
            <p:ph type="subTitle" idx="1"/>
          </p:nvPr>
        </p:nvSpPr>
        <p:spPr/>
        <p:txBody>
          <a:bodyPr/>
          <a:lstStyle/>
          <a:p>
            <a:endParaRPr lang="en-IN"/>
          </a:p>
        </p:txBody>
      </p:sp>
    </p:spTree>
    <p:custDataLst>
      <p:tags r:id="rId1"/>
    </p:custDataLst>
    <p:extLst>
      <p:ext uri="{BB962C8B-B14F-4D97-AF65-F5344CB8AC3E}">
        <p14:creationId xmlns:p14="http://schemas.microsoft.com/office/powerpoint/2010/main" val="3822586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1"/>
          </p:nvPr>
        </p:nvSpPr>
        <p:spPr/>
        <p:txBody>
          <a:bodyPr/>
          <a:lstStyle/>
          <a:p>
            <a:endParaRPr lang="en-IN"/>
          </a:p>
        </p:txBody>
      </p:sp>
      <p:sp>
        <p:nvSpPr>
          <p:cNvPr id="3" name="Title 2"/>
          <p:cNvSpPr>
            <a:spLocks noGrp="1"/>
          </p:cNvSpPr>
          <p:nvPr>
            <p:ph type="ctrTitle"/>
          </p:nvPr>
        </p:nvSpPr>
        <p:spPr>
          <a:xfrm>
            <a:off x="1064297" y="3894125"/>
            <a:ext cx="7355606" cy="3983963"/>
          </a:xfrm>
        </p:spPr>
        <p:txBody>
          <a:bodyPr>
            <a:normAutofit/>
          </a:bodyPr>
          <a:lstStyle/>
          <a:p>
            <a:endParaRPr lang="en-IN" sz="8000" dirty="0"/>
          </a:p>
        </p:txBody>
      </p:sp>
      <p:sp>
        <p:nvSpPr>
          <p:cNvPr id="4" name="Picture Placeholder 3"/>
          <p:cNvSpPr>
            <a:spLocks noGrp="1"/>
          </p:cNvSpPr>
          <p:nvPr>
            <p:ph type="pic" sz="quarter" idx="13"/>
          </p:nvPr>
        </p:nvSpPr>
        <p:spPr/>
      </p:sp>
      <p:sp>
        <p:nvSpPr>
          <p:cNvPr id="5" name="Text Placeholder 4"/>
          <p:cNvSpPr>
            <a:spLocks noGrp="1"/>
          </p:cNvSpPr>
          <p:nvPr>
            <p:ph type="body" sz="quarter" idx="22"/>
          </p:nvPr>
        </p:nvSpPr>
        <p:spPr/>
        <p:txBody>
          <a:bodyPr/>
          <a:lstStyle/>
          <a:p>
            <a:endParaRPr lang="en-IN"/>
          </a:p>
        </p:txBody>
      </p:sp>
      <p:sp>
        <p:nvSpPr>
          <p:cNvPr id="6" name="Date Placeholder 5"/>
          <p:cNvSpPr>
            <a:spLocks noGrp="1"/>
          </p:cNvSpPr>
          <p:nvPr>
            <p:ph type="dt" sz="half" idx="10"/>
          </p:nvPr>
        </p:nvSpPr>
        <p:spPr/>
        <p:txBody>
          <a:bodyPr/>
          <a:lstStyle/>
          <a:p>
            <a:fld id="{4940080B-7CF8-4FEA-96C3-146AF1F5E67F}" type="datetime1">
              <a:rPr lang="en-US" smtClean="0"/>
              <a:t>10/8/2025</a:t>
            </a:fld>
            <a:endParaRPr lang="en-US"/>
          </a:p>
        </p:txBody>
      </p:sp>
      <p:sp>
        <p:nvSpPr>
          <p:cNvPr id="7" name="Footer Placeholder 6"/>
          <p:cNvSpPr>
            <a:spLocks noGrp="1"/>
          </p:cNvSpPr>
          <p:nvPr>
            <p:ph type="ftr" sz="quarter" idx="11"/>
          </p:nvPr>
        </p:nvSpPr>
        <p:spPr/>
        <p:txBody>
          <a:bodyPr/>
          <a:lstStyle/>
          <a:p>
            <a:r>
              <a:rPr lang="en-US"/>
              <a:t>Title of the presentation</a:t>
            </a:r>
          </a:p>
        </p:txBody>
      </p:sp>
      <p:sp>
        <p:nvSpPr>
          <p:cNvPr id="8" name="Slide Number Placeholder 7"/>
          <p:cNvSpPr>
            <a:spLocks noGrp="1"/>
          </p:cNvSpPr>
          <p:nvPr>
            <p:ph type="sldNum" sz="quarter" idx="12"/>
          </p:nvPr>
        </p:nvSpPr>
        <p:spPr/>
        <p:txBody>
          <a:bodyPr/>
          <a:lstStyle/>
          <a:p>
            <a:fld id="{FCB53D23-1D79-480C-B3BE-829293F4503C}" type="slidenum">
              <a:rPr lang="en-US" smtClean="0"/>
              <a:pPr/>
              <a:t>2</a:t>
            </a:fld>
            <a:endParaRPr lang="en-US"/>
          </a:p>
        </p:txBody>
      </p:sp>
    </p:spTree>
    <p:extLst>
      <p:ext uri="{BB962C8B-B14F-4D97-AF65-F5344CB8AC3E}">
        <p14:creationId xmlns:p14="http://schemas.microsoft.com/office/powerpoint/2010/main" val="1557984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B53D23-1D79-480C-B3BE-829293F4503C}" type="slidenum">
              <a:rPr lang="en-US" smtClean="0"/>
              <a:t>3</a:t>
            </a:fld>
            <a:endParaRPr lang="en-US"/>
          </a:p>
        </p:txBody>
      </p:sp>
      <p:sp>
        <p:nvSpPr>
          <p:cNvPr id="8" name="TextBox 7"/>
          <p:cNvSpPr txBox="1"/>
          <p:nvPr/>
        </p:nvSpPr>
        <p:spPr>
          <a:xfrm>
            <a:off x="6448926" y="1365253"/>
            <a:ext cx="5023672" cy="4382497"/>
          </a:xfrm>
          <a:prstGeom prst="rect">
            <a:avLst/>
          </a:prstGeom>
          <a:noFill/>
        </p:spPr>
        <p:txBody>
          <a:bodyPr wrap="square" lIns="0" tIns="0" rIns="0" bIns="0" rtlCol="0">
            <a:noAutofit/>
          </a:bodyPr>
          <a:lstStyle/>
          <a:p>
            <a:pPr>
              <a:spcBef>
                <a:spcPts val="200"/>
              </a:spcBef>
              <a:spcAft>
                <a:spcPts val="200"/>
              </a:spcAft>
              <a:buClr>
                <a:schemeClr val="accent1"/>
              </a:buClr>
              <a:buSzPct val="110000"/>
            </a:pPr>
            <a:endParaRPr lang="en-IN" sz="1100" dirty="0" err="1"/>
          </a:p>
        </p:txBody>
      </p:sp>
    </p:spTree>
    <p:extLst>
      <p:ext uri="{BB962C8B-B14F-4D97-AF65-F5344CB8AC3E}">
        <p14:creationId xmlns:p14="http://schemas.microsoft.com/office/powerpoint/2010/main" val="3499964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1"/>
          </p:nvPr>
        </p:nvSpPr>
        <p:spPr/>
        <p:txBody>
          <a:bodyPr/>
          <a:lstStyle/>
          <a:p>
            <a:endParaRPr lang="en-IN"/>
          </a:p>
        </p:txBody>
      </p:sp>
      <p:sp>
        <p:nvSpPr>
          <p:cNvPr id="3" name="Title 2"/>
          <p:cNvSpPr>
            <a:spLocks noGrp="1"/>
          </p:cNvSpPr>
          <p:nvPr>
            <p:ph type="ctrTitle"/>
          </p:nvPr>
        </p:nvSpPr>
        <p:spPr>
          <a:xfrm>
            <a:off x="403393" y="2533343"/>
            <a:ext cx="8016510" cy="3983963"/>
          </a:xfrm>
        </p:spPr>
        <p:txBody>
          <a:bodyPr>
            <a:noAutofit/>
          </a:bodyPr>
          <a:lstStyle/>
          <a:p>
            <a:endParaRPr lang="en-IN" sz="8000" dirty="0"/>
          </a:p>
        </p:txBody>
      </p:sp>
      <p:sp>
        <p:nvSpPr>
          <p:cNvPr id="4" name="Picture Placeholder 3"/>
          <p:cNvSpPr>
            <a:spLocks noGrp="1"/>
          </p:cNvSpPr>
          <p:nvPr>
            <p:ph type="pic" sz="quarter" idx="13"/>
          </p:nvPr>
        </p:nvSpPr>
        <p:spPr/>
      </p:sp>
      <p:sp>
        <p:nvSpPr>
          <p:cNvPr id="5" name="Text Placeholder 4"/>
          <p:cNvSpPr>
            <a:spLocks noGrp="1"/>
          </p:cNvSpPr>
          <p:nvPr>
            <p:ph type="body" sz="quarter" idx="22"/>
          </p:nvPr>
        </p:nvSpPr>
        <p:spPr/>
        <p:txBody>
          <a:bodyPr/>
          <a:lstStyle/>
          <a:p>
            <a:endParaRPr lang="en-IN"/>
          </a:p>
        </p:txBody>
      </p:sp>
      <p:sp>
        <p:nvSpPr>
          <p:cNvPr id="6" name="Date Placeholder 5"/>
          <p:cNvSpPr>
            <a:spLocks noGrp="1"/>
          </p:cNvSpPr>
          <p:nvPr>
            <p:ph type="dt" sz="half" idx="10"/>
          </p:nvPr>
        </p:nvSpPr>
        <p:spPr/>
        <p:txBody>
          <a:bodyPr/>
          <a:lstStyle/>
          <a:p>
            <a:fld id="{4940080B-7CF8-4FEA-96C3-146AF1F5E67F}" type="datetime1">
              <a:rPr lang="en-US" smtClean="0"/>
              <a:t>10/8/2025</a:t>
            </a:fld>
            <a:endParaRPr lang="en-US"/>
          </a:p>
        </p:txBody>
      </p:sp>
      <p:sp>
        <p:nvSpPr>
          <p:cNvPr id="7" name="Footer Placeholder 6"/>
          <p:cNvSpPr>
            <a:spLocks noGrp="1"/>
          </p:cNvSpPr>
          <p:nvPr>
            <p:ph type="ftr" sz="quarter" idx="11"/>
          </p:nvPr>
        </p:nvSpPr>
        <p:spPr/>
        <p:txBody>
          <a:bodyPr/>
          <a:lstStyle/>
          <a:p>
            <a:r>
              <a:rPr lang="en-US"/>
              <a:t>Title of the presentation</a:t>
            </a:r>
          </a:p>
        </p:txBody>
      </p:sp>
      <p:sp>
        <p:nvSpPr>
          <p:cNvPr id="8" name="Slide Number Placeholder 7"/>
          <p:cNvSpPr>
            <a:spLocks noGrp="1"/>
          </p:cNvSpPr>
          <p:nvPr>
            <p:ph type="sldNum" sz="quarter" idx="12"/>
          </p:nvPr>
        </p:nvSpPr>
        <p:spPr/>
        <p:txBody>
          <a:bodyPr/>
          <a:lstStyle/>
          <a:p>
            <a:fld id="{FCB53D23-1D79-480C-B3BE-829293F4503C}" type="slidenum">
              <a:rPr lang="en-US" smtClean="0"/>
              <a:pPr/>
              <a:t>4</a:t>
            </a:fld>
            <a:endParaRPr lang="en-US"/>
          </a:p>
        </p:txBody>
      </p:sp>
    </p:spTree>
    <p:extLst>
      <p:ext uri="{BB962C8B-B14F-4D97-AF65-F5344CB8AC3E}">
        <p14:creationId xmlns:p14="http://schemas.microsoft.com/office/powerpoint/2010/main" val="72646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418" y="456258"/>
            <a:ext cx="11328400" cy="912284"/>
          </a:xfrm>
        </p:spPr>
        <p:txBody>
          <a:bodyPr/>
          <a:lstStyle/>
          <a:p>
            <a:endParaRPr lang="en-IN" sz="3600" b="1"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1B26A9AC-32EF-4C29-A2D7-C4503E40BA63}" type="datetime1">
              <a:rPr lang="en-US" smtClean="0"/>
              <a:t>10/8/2025</a:t>
            </a:fld>
            <a:endParaRPr lang="en-US"/>
          </a:p>
        </p:txBody>
      </p:sp>
      <p:sp>
        <p:nvSpPr>
          <p:cNvPr id="4" name="Footer Placeholder 3"/>
          <p:cNvSpPr>
            <a:spLocks noGrp="1"/>
          </p:cNvSpPr>
          <p:nvPr>
            <p:ph type="ftr" sz="quarter" idx="11"/>
          </p:nvPr>
        </p:nvSpPr>
        <p:spPr/>
        <p:txBody>
          <a:bodyPr/>
          <a:lstStyle/>
          <a:p>
            <a:r>
              <a:rPr lang="en-US"/>
              <a:t>Title of the presentation</a:t>
            </a:r>
          </a:p>
        </p:txBody>
      </p:sp>
      <p:sp>
        <p:nvSpPr>
          <p:cNvPr id="5" name="Slide Number Placeholder 4"/>
          <p:cNvSpPr>
            <a:spLocks noGrp="1"/>
          </p:cNvSpPr>
          <p:nvPr>
            <p:ph type="sldNum" sz="quarter" idx="12"/>
          </p:nvPr>
        </p:nvSpPr>
        <p:spPr/>
        <p:txBody>
          <a:bodyPr/>
          <a:lstStyle/>
          <a:p>
            <a:fld id="{FCB53D23-1D79-480C-B3BE-829293F4503C}" type="slidenum">
              <a:rPr lang="en-US" smtClean="0"/>
              <a:t>5</a:t>
            </a:fld>
            <a:endParaRPr lang="en-US"/>
          </a:p>
        </p:txBody>
      </p:sp>
    </p:spTree>
    <p:extLst>
      <p:ext uri="{BB962C8B-B14F-4D97-AF65-F5344CB8AC3E}">
        <p14:creationId xmlns:p14="http://schemas.microsoft.com/office/powerpoint/2010/main" val="3796058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1"/>
          </p:nvPr>
        </p:nvSpPr>
        <p:spPr/>
        <p:txBody>
          <a:bodyPr/>
          <a:lstStyle/>
          <a:p>
            <a:endParaRPr lang="en-IN"/>
          </a:p>
        </p:txBody>
      </p:sp>
      <p:sp>
        <p:nvSpPr>
          <p:cNvPr id="3" name="Title 2"/>
          <p:cNvSpPr>
            <a:spLocks noGrp="1"/>
          </p:cNvSpPr>
          <p:nvPr>
            <p:ph type="ctrTitle"/>
          </p:nvPr>
        </p:nvSpPr>
        <p:spPr>
          <a:xfrm>
            <a:off x="766319" y="3894125"/>
            <a:ext cx="8162048" cy="3983963"/>
          </a:xfrm>
        </p:spPr>
        <p:txBody>
          <a:bodyPr>
            <a:normAutofit/>
          </a:bodyPr>
          <a:lstStyle/>
          <a:p>
            <a:endParaRPr lang="en-IN" sz="8000" dirty="0"/>
          </a:p>
        </p:txBody>
      </p:sp>
      <p:sp>
        <p:nvSpPr>
          <p:cNvPr id="4" name="Picture Placeholder 3"/>
          <p:cNvSpPr>
            <a:spLocks noGrp="1"/>
          </p:cNvSpPr>
          <p:nvPr>
            <p:ph type="pic" sz="quarter" idx="13"/>
          </p:nvPr>
        </p:nvSpPr>
        <p:spPr/>
      </p:sp>
      <p:sp>
        <p:nvSpPr>
          <p:cNvPr id="5" name="Text Placeholder 4"/>
          <p:cNvSpPr>
            <a:spLocks noGrp="1"/>
          </p:cNvSpPr>
          <p:nvPr>
            <p:ph type="body" sz="quarter" idx="22"/>
          </p:nvPr>
        </p:nvSpPr>
        <p:spPr/>
        <p:txBody>
          <a:bodyPr/>
          <a:lstStyle/>
          <a:p>
            <a:endParaRPr lang="en-IN"/>
          </a:p>
        </p:txBody>
      </p:sp>
      <p:sp>
        <p:nvSpPr>
          <p:cNvPr id="6" name="Date Placeholder 5"/>
          <p:cNvSpPr>
            <a:spLocks noGrp="1"/>
          </p:cNvSpPr>
          <p:nvPr>
            <p:ph type="dt" sz="half" idx="10"/>
          </p:nvPr>
        </p:nvSpPr>
        <p:spPr/>
        <p:txBody>
          <a:bodyPr/>
          <a:lstStyle/>
          <a:p>
            <a:fld id="{4940080B-7CF8-4FEA-96C3-146AF1F5E67F}" type="datetime1">
              <a:rPr lang="en-US" smtClean="0"/>
              <a:t>10/8/2025</a:t>
            </a:fld>
            <a:endParaRPr lang="en-US"/>
          </a:p>
        </p:txBody>
      </p:sp>
      <p:sp>
        <p:nvSpPr>
          <p:cNvPr id="7" name="Footer Placeholder 6"/>
          <p:cNvSpPr>
            <a:spLocks noGrp="1"/>
          </p:cNvSpPr>
          <p:nvPr>
            <p:ph type="ftr" sz="quarter" idx="11"/>
          </p:nvPr>
        </p:nvSpPr>
        <p:spPr/>
        <p:txBody>
          <a:bodyPr/>
          <a:lstStyle/>
          <a:p>
            <a:r>
              <a:rPr lang="en-US"/>
              <a:t>Title of the presentation</a:t>
            </a:r>
          </a:p>
        </p:txBody>
      </p:sp>
      <p:sp>
        <p:nvSpPr>
          <p:cNvPr id="8" name="Slide Number Placeholder 7"/>
          <p:cNvSpPr>
            <a:spLocks noGrp="1"/>
          </p:cNvSpPr>
          <p:nvPr>
            <p:ph type="sldNum" sz="quarter" idx="12"/>
          </p:nvPr>
        </p:nvSpPr>
        <p:spPr/>
        <p:txBody>
          <a:bodyPr/>
          <a:lstStyle/>
          <a:p>
            <a:fld id="{FCB53D23-1D79-480C-B3BE-829293F4503C}" type="slidenum">
              <a:rPr lang="en-US" smtClean="0"/>
              <a:pPr/>
              <a:t>6</a:t>
            </a:fld>
            <a:endParaRPr lang="en-US"/>
          </a:p>
        </p:txBody>
      </p:sp>
    </p:spTree>
    <p:extLst>
      <p:ext uri="{BB962C8B-B14F-4D97-AF65-F5344CB8AC3E}">
        <p14:creationId xmlns:p14="http://schemas.microsoft.com/office/powerpoint/2010/main" val="1162028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B53D23-1D79-480C-B3BE-829293F4503C}" type="slidenum">
              <a:rPr lang="en-US" smtClean="0"/>
              <a:t>7</a:t>
            </a:fld>
            <a:endParaRPr lang="en-US"/>
          </a:p>
        </p:txBody>
      </p:sp>
      <p:sp>
        <p:nvSpPr>
          <p:cNvPr id="7" name="TextBox 6"/>
          <p:cNvSpPr txBox="1"/>
          <p:nvPr/>
        </p:nvSpPr>
        <p:spPr>
          <a:xfrm>
            <a:off x="8463280" y="1828800"/>
            <a:ext cx="2783840" cy="1219200"/>
          </a:xfrm>
          <a:prstGeom prst="rect">
            <a:avLst/>
          </a:prstGeom>
          <a:noFill/>
        </p:spPr>
        <p:txBody>
          <a:bodyPr wrap="square" lIns="0" tIns="0" rIns="0" bIns="0" rtlCol="0">
            <a:noAutofit/>
          </a:bodyPr>
          <a:lstStyle/>
          <a:p>
            <a:pPr>
              <a:spcBef>
                <a:spcPts val="200"/>
              </a:spcBef>
              <a:spcAft>
                <a:spcPts val="200"/>
              </a:spcAft>
              <a:buClr>
                <a:schemeClr val="accent1"/>
              </a:buClr>
              <a:buSzPct val="110000"/>
            </a:pPr>
            <a:endParaRPr lang="en-IN" sz="1100" dirty="0" err="1"/>
          </a:p>
        </p:txBody>
      </p:sp>
      <p:sp>
        <p:nvSpPr>
          <p:cNvPr id="8" name="Rectangle 7"/>
          <p:cNvSpPr/>
          <p:nvPr/>
        </p:nvSpPr>
        <p:spPr>
          <a:xfrm>
            <a:off x="6798576" y="495918"/>
            <a:ext cx="4674022" cy="671979"/>
          </a:xfrm>
          <a:prstGeom prst="rect">
            <a:avLst/>
          </a:prstGeom>
        </p:spPr>
        <p:txBody>
          <a:bodyPr wrap="square">
            <a:spAutoFit/>
          </a:bodyPr>
          <a:lstStyle/>
          <a:p>
            <a:endParaRPr lang="en-IN" b="1" dirty="0"/>
          </a:p>
          <a:p>
            <a:pPr marL="180000" indent="-180000">
              <a:spcBef>
                <a:spcPts val="200"/>
              </a:spcBef>
              <a:spcAft>
                <a:spcPts val="200"/>
              </a:spcAft>
              <a:buClr>
                <a:schemeClr val="accent1"/>
              </a:buClr>
              <a:buSzPct val="110000"/>
              <a:buFont typeface="Arial" panose="020B0604020202020204" pitchFamily="34" charset="0"/>
              <a:buChar char="●"/>
            </a:pPr>
            <a:endParaRPr lang="en-IN" dirty="0"/>
          </a:p>
        </p:txBody>
      </p:sp>
    </p:spTree>
    <p:extLst>
      <p:ext uri="{BB962C8B-B14F-4D97-AF65-F5344CB8AC3E}">
        <p14:creationId xmlns:p14="http://schemas.microsoft.com/office/powerpoint/2010/main" val="4214222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sz="3600" b="1" dirty="0"/>
          </a:p>
        </p:txBody>
      </p:sp>
      <p:sp>
        <p:nvSpPr>
          <p:cNvPr id="3" name="Date Placeholder 2"/>
          <p:cNvSpPr>
            <a:spLocks noGrp="1"/>
          </p:cNvSpPr>
          <p:nvPr>
            <p:ph type="dt" sz="half" idx="10"/>
          </p:nvPr>
        </p:nvSpPr>
        <p:spPr/>
        <p:txBody>
          <a:bodyPr/>
          <a:lstStyle/>
          <a:p>
            <a:fld id="{1B26A9AC-32EF-4C29-A2D7-C4503E40BA63}" type="datetime1">
              <a:rPr lang="en-US" smtClean="0"/>
              <a:t>10/8/2025</a:t>
            </a:fld>
            <a:endParaRPr lang="en-US"/>
          </a:p>
        </p:txBody>
      </p:sp>
      <p:sp>
        <p:nvSpPr>
          <p:cNvPr id="4" name="Footer Placeholder 3"/>
          <p:cNvSpPr>
            <a:spLocks noGrp="1"/>
          </p:cNvSpPr>
          <p:nvPr>
            <p:ph type="ftr" sz="quarter" idx="11"/>
          </p:nvPr>
        </p:nvSpPr>
        <p:spPr/>
        <p:txBody>
          <a:bodyPr/>
          <a:lstStyle/>
          <a:p>
            <a:r>
              <a:rPr lang="en-US"/>
              <a:t>Title of the presentation</a:t>
            </a:r>
          </a:p>
        </p:txBody>
      </p:sp>
      <p:sp>
        <p:nvSpPr>
          <p:cNvPr id="5" name="Slide Number Placeholder 4"/>
          <p:cNvSpPr>
            <a:spLocks noGrp="1"/>
          </p:cNvSpPr>
          <p:nvPr>
            <p:ph type="sldNum" sz="quarter" idx="12"/>
          </p:nvPr>
        </p:nvSpPr>
        <p:spPr/>
        <p:txBody>
          <a:bodyPr/>
          <a:lstStyle/>
          <a:p>
            <a:fld id="{FCB53D23-1D79-480C-B3BE-829293F4503C}" type="slidenum">
              <a:rPr lang="en-US" smtClean="0"/>
              <a:t>8</a:t>
            </a:fld>
            <a:endParaRPr lang="en-US"/>
          </a:p>
        </p:txBody>
      </p:sp>
      <p:sp>
        <p:nvSpPr>
          <p:cNvPr id="6" name="TextBox 5"/>
          <p:cNvSpPr txBox="1"/>
          <p:nvPr/>
        </p:nvSpPr>
        <p:spPr>
          <a:xfrm>
            <a:off x="431804" y="2406316"/>
            <a:ext cx="11389895" cy="3497179"/>
          </a:xfrm>
          <a:prstGeom prst="rect">
            <a:avLst/>
          </a:prstGeom>
          <a:noFill/>
        </p:spPr>
        <p:txBody>
          <a:bodyPr wrap="square" lIns="0" tIns="0" rIns="0" bIns="0" rtlCol="0">
            <a:noAutofit/>
          </a:bodyPr>
          <a:lstStyle/>
          <a:p>
            <a:pPr marL="180000" indent="-180000">
              <a:spcBef>
                <a:spcPts val="200"/>
              </a:spcBef>
              <a:spcAft>
                <a:spcPts val="200"/>
              </a:spcAft>
              <a:buClr>
                <a:schemeClr val="accent1"/>
              </a:buClr>
              <a:buSzPct val="110000"/>
              <a:buFont typeface="Arial" panose="020B0604020202020204" pitchFamily="34" charset="0"/>
              <a:buChar char="●"/>
            </a:pPr>
            <a:endParaRPr lang="en-IN" sz="1100" dirty="0" err="1"/>
          </a:p>
        </p:txBody>
      </p:sp>
    </p:spTree>
    <p:extLst>
      <p:ext uri="{BB962C8B-B14F-4D97-AF65-F5344CB8AC3E}">
        <p14:creationId xmlns:p14="http://schemas.microsoft.com/office/powerpoint/2010/main" val="925022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3413" y="4653882"/>
            <a:ext cx="7633396" cy="1007632"/>
          </a:xfrm>
        </p:spPr>
        <p:txBody>
          <a:bodyPr/>
          <a:lstStyle/>
          <a:p>
            <a:r>
              <a:rPr lang="en-US" sz="8000" dirty="0"/>
              <a:t>Thank You</a:t>
            </a:r>
            <a:endParaRPr lang="en-IN" sz="8000" dirty="0"/>
          </a:p>
        </p:txBody>
      </p:sp>
      <p:sp>
        <p:nvSpPr>
          <p:cNvPr id="4" name="Date Placeholder 3"/>
          <p:cNvSpPr>
            <a:spLocks noGrp="1"/>
          </p:cNvSpPr>
          <p:nvPr>
            <p:ph type="dt" sz="half" idx="10"/>
          </p:nvPr>
        </p:nvSpPr>
        <p:spPr/>
        <p:txBody>
          <a:bodyPr/>
          <a:lstStyle/>
          <a:p>
            <a:fld id="{5D5E1061-CA30-4BA7-9D4A-35AA00C33585}" type="datetime1">
              <a:rPr lang="en-US" smtClean="0"/>
              <a:t>10/8/2025</a:t>
            </a:fld>
            <a:endParaRPr lang="en-US"/>
          </a:p>
        </p:txBody>
      </p:sp>
      <p:sp>
        <p:nvSpPr>
          <p:cNvPr id="5" name="Footer Placeholder 4"/>
          <p:cNvSpPr>
            <a:spLocks noGrp="1"/>
          </p:cNvSpPr>
          <p:nvPr>
            <p:ph type="ftr" sz="quarter" idx="11"/>
          </p:nvPr>
        </p:nvSpPr>
        <p:spPr/>
        <p:txBody>
          <a:bodyPr/>
          <a:lstStyle/>
          <a:p>
            <a:r>
              <a:rPr lang="en-US"/>
              <a:t>Title of the presentation</a:t>
            </a:r>
          </a:p>
        </p:txBody>
      </p:sp>
      <p:sp>
        <p:nvSpPr>
          <p:cNvPr id="6" name="Slide Number Placeholder 5"/>
          <p:cNvSpPr>
            <a:spLocks noGrp="1"/>
          </p:cNvSpPr>
          <p:nvPr>
            <p:ph type="sldNum" sz="quarter" idx="12"/>
          </p:nvPr>
        </p:nvSpPr>
        <p:spPr/>
        <p:txBody>
          <a:bodyPr/>
          <a:lstStyle/>
          <a:p>
            <a:fld id="{FCB53D23-1D79-480C-B3BE-829293F4503C}" type="slidenum">
              <a:rPr lang="en-US" smtClean="0"/>
              <a:pPr/>
              <a:t>9</a:t>
            </a:fld>
            <a:endParaRPr lang="en-US"/>
          </a:p>
        </p:txBody>
      </p:sp>
    </p:spTree>
    <p:extLst>
      <p:ext uri="{BB962C8B-B14F-4D97-AF65-F5344CB8AC3E}">
        <p14:creationId xmlns:p14="http://schemas.microsoft.com/office/powerpoint/2010/main" val="3068438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65.xml><?xml version="1.0" encoding="utf-8"?>
<p:tagLst xmlns:a="http://schemas.openxmlformats.org/drawingml/2006/main" xmlns:r="http://schemas.openxmlformats.org/officeDocument/2006/relationships" xmlns:p="http://schemas.openxmlformats.org/presentationml/2006/main">
  <p:tag name="SHAPENAME" val="BottomLine"/>
</p:tagLst>
</file>

<file path=ppt/tags/tag66.xml><?xml version="1.0" encoding="utf-8"?>
<p:tagLst xmlns:a="http://schemas.openxmlformats.org/drawingml/2006/main" xmlns:r="http://schemas.openxmlformats.org/officeDocument/2006/relationships" xmlns:p="http://schemas.openxmlformats.org/presentationml/2006/main">
  <p:tag name="SHAPENAME" val="TopLine"/>
</p:tagLst>
</file>

<file path=ppt/tags/tag67.xml><?xml version="1.0" encoding="utf-8"?>
<p:tagLst xmlns:a="http://schemas.openxmlformats.org/drawingml/2006/main" xmlns:r="http://schemas.openxmlformats.org/officeDocument/2006/relationships" xmlns:p="http://schemas.openxmlformats.org/presentationml/2006/main">
  <p:tag name="SHAPENAME" val="4. Footnote"/>
</p:tagLst>
</file>

<file path=ppt/tags/tag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9.xml><?xml version="1.0" encoding="utf-8"?>
<p:tagLst xmlns:a="http://schemas.openxmlformats.org/drawingml/2006/main" xmlns:r="http://schemas.openxmlformats.org/officeDocument/2006/relationships" xmlns:p="http://schemas.openxmlformats.org/presentationml/2006/main">
  <p:tag name="SHAPENAME" val="Grid"/>
</p:tagLst>
</file>

<file path=ppt/tags/tag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1.xml><?xml version="1.0" encoding="utf-8"?>
<p:tagLst xmlns:a="http://schemas.openxmlformats.org/drawingml/2006/main" xmlns:r="http://schemas.openxmlformats.org/officeDocument/2006/relationships" xmlns:p="http://schemas.openxmlformats.org/presentationml/2006/main">
  <p:tag name="NAME" val="Moon"/>
</p:tagLst>
</file>

<file path=ppt/tags/tag72.xml><?xml version="1.0" encoding="utf-8"?>
<p:tagLst xmlns:a="http://schemas.openxmlformats.org/drawingml/2006/main" xmlns:r="http://schemas.openxmlformats.org/officeDocument/2006/relationships" xmlns:p="http://schemas.openxmlformats.org/presentationml/2006/main">
  <p:tag name="NAME" val="Moon"/>
</p:tagLst>
</file>

<file path=ppt/tags/tag73.xml><?xml version="1.0" encoding="utf-8"?>
<p:tagLst xmlns:a="http://schemas.openxmlformats.org/drawingml/2006/main" xmlns:r="http://schemas.openxmlformats.org/officeDocument/2006/relationships" xmlns:p="http://schemas.openxmlformats.org/presentationml/2006/main">
  <p:tag name="NAME" val="Moon"/>
</p:tagLst>
</file>

<file path=ppt/tags/tag74.xml><?xml version="1.0" encoding="utf-8"?>
<p:tagLst xmlns:a="http://schemas.openxmlformats.org/drawingml/2006/main" xmlns:r="http://schemas.openxmlformats.org/officeDocument/2006/relationships" xmlns:p="http://schemas.openxmlformats.org/presentationml/2006/main">
  <p:tag name="NAME" val="Moon"/>
</p:tagLst>
</file>

<file path=ppt/tags/tag75.xml><?xml version="1.0" encoding="utf-8"?>
<p:tagLst xmlns:a="http://schemas.openxmlformats.org/drawingml/2006/main" xmlns:r="http://schemas.openxmlformats.org/officeDocument/2006/relationships" xmlns:p="http://schemas.openxmlformats.org/presentationml/2006/main">
  <p:tag name="NAME" val="Moon"/>
</p:tagLst>
</file>

<file path=ppt/tags/tag76.xml><?xml version="1.0" encoding="utf-8"?>
<p:tagLst xmlns:a="http://schemas.openxmlformats.org/drawingml/2006/main" xmlns:r="http://schemas.openxmlformats.org/officeDocument/2006/relationships" xmlns:p="http://schemas.openxmlformats.org/presentationml/2006/main">
  <p:tag name="ANGLE" val="5"/>
</p:tagLst>
</file>

<file path=ppt/tags/tag77.xml><?xml version="1.0" encoding="utf-8"?>
<p:tagLst xmlns:a="http://schemas.openxmlformats.org/drawingml/2006/main" xmlns:r="http://schemas.openxmlformats.org/officeDocument/2006/relationships" xmlns:p="http://schemas.openxmlformats.org/presentationml/2006/main">
  <p:tag name="ANGLE" val="5"/>
</p:tagLst>
</file>

<file path=ppt/tags/tag78.xml><?xml version="1.0" encoding="utf-8"?>
<p:tagLst xmlns:a="http://schemas.openxmlformats.org/drawingml/2006/main" xmlns:r="http://schemas.openxmlformats.org/officeDocument/2006/relationships" xmlns:p="http://schemas.openxmlformats.org/presentationml/2006/main">
  <p:tag name="ANGLE" val="4"/>
</p:tagLst>
</file>

<file path=ppt/tags/tag79.xml><?xml version="1.0" encoding="utf-8"?>
<p:tagLst xmlns:a="http://schemas.openxmlformats.org/drawingml/2006/main" xmlns:r="http://schemas.openxmlformats.org/officeDocument/2006/relationships" xmlns:p="http://schemas.openxmlformats.org/presentationml/2006/main">
  <p:tag name="ANGLE" val="4"/>
</p:tagLst>
</file>

<file path=ppt/tags/tag80.xml><?xml version="1.0" encoding="utf-8"?>
<p:tagLst xmlns:a="http://schemas.openxmlformats.org/drawingml/2006/main" xmlns:r="http://schemas.openxmlformats.org/officeDocument/2006/relationships" xmlns:p="http://schemas.openxmlformats.org/presentationml/2006/main">
  <p:tag name="ANGLE" val="3"/>
</p:tagLst>
</file>

<file path=ppt/tags/tag81.xml><?xml version="1.0" encoding="utf-8"?>
<p:tagLst xmlns:a="http://schemas.openxmlformats.org/drawingml/2006/main" xmlns:r="http://schemas.openxmlformats.org/officeDocument/2006/relationships" xmlns:p="http://schemas.openxmlformats.org/presentationml/2006/main">
  <p:tag name="ANGLE" val="3"/>
</p:tagLst>
</file>

<file path=ppt/tags/tag82.xml><?xml version="1.0" encoding="utf-8"?>
<p:tagLst xmlns:a="http://schemas.openxmlformats.org/drawingml/2006/main" xmlns:r="http://schemas.openxmlformats.org/officeDocument/2006/relationships" xmlns:p="http://schemas.openxmlformats.org/presentationml/2006/main">
  <p:tag name="ANGLE" val="2"/>
</p:tagLst>
</file>

<file path=ppt/tags/tag83.xml><?xml version="1.0" encoding="utf-8"?>
<p:tagLst xmlns:a="http://schemas.openxmlformats.org/drawingml/2006/main" xmlns:r="http://schemas.openxmlformats.org/officeDocument/2006/relationships" xmlns:p="http://schemas.openxmlformats.org/presentationml/2006/main">
  <p:tag name="ANGLE" val="2"/>
</p:tagLst>
</file>

<file path=ppt/tags/tag84.xml><?xml version="1.0" encoding="utf-8"?>
<p:tagLst xmlns:a="http://schemas.openxmlformats.org/drawingml/2006/main" xmlns:r="http://schemas.openxmlformats.org/officeDocument/2006/relationships" xmlns:p="http://schemas.openxmlformats.org/presentationml/2006/main">
  <p:tag name="ANGLE" val="1"/>
</p:tagLst>
</file>

<file path=ppt/tags/tag85.xml><?xml version="1.0" encoding="utf-8"?>
<p:tagLst xmlns:a="http://schemas.openxmlformats.org/drawingml/2006/main" xmlns:r="http://schemas.openxmlformats.org/officeDocument/2006/relationships" xmlns:p="http://schemas.openxmlformats.org/presentationml/2006/main">
  <p:tag name="ANGLE" val="1"/>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8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89.xml><?xml version="1.0" encoding="utf-8"?>
<p:tagLst xmlns:a="http://schemas.openxmlformats.org/drawingml/2006/main" xmlns:r="http://schemas.openxmlformats.org/officeDocument/2006/relationships" xmlns:p="http://schemas.openxmlformats.org/presentationml/2006/main">
  <p:tag name="SHAPENAME" val="Subtitle"/>
</p:tagLst>
</file>

<file path=ppt/tags/tag90.xml><?xml version="1.0" encoding="utf-8"?>
<p:tagLst xmlns:a="http://schemas.openxmlformats.org/drawingml/2006/main" xmlns:r="http://schemas.openxmlformats.org/officeDocument/2006/relationships" xmlns:p="http://schemas.openxmlformats.org/presentationml/2006/main">
  <p:tag name="SHAPENAME" val="Titl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6.xml><?xml version="1.0" encoding="utf-8"?>
<p:tagLst xmlns:a="http://schemas.openxmlformats.org/drawingml/2006/main" xmlns:r="http://schemas.openxmlformats.org/officeDocument/2006/relationships" xmlns:p="http://schemas.openxmlformats.org/presentationml/2006/main">
  <p:tag name="SHAPENAME" val="5. Source"/>
</p:tagLst>
</file>

<file path=ppt/tags/tag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5. Source"/>
</p:tagLst>
</file>

<file path=ppt/tags/tag10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5. Source"/>
</p:tagLst>
</file>

<file path=ppt/tags/tag1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12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2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2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13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3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3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0.xml><?xml version="1.0" encoding="utf-8"?>
<p:tagLst xmlns:a="http://schemas.openxmlformats.org/drawingml/2006/main" xmlns:r="http://schemas.openxmlformats.org/officeDocument/2006/relationships" xmlns:p="http://schemas.openxmlformats.org/presentationml/2006/main">
  <p:tag name="SHAPENAME" val="5. Source"/>
</p:tagLst>
</file>

<file path=ppt/tags/tag1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4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4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4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4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50.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6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6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6.xml><?xml version="1.0" encoding="utf-8"?>
<p:tagLst xmlns:a="http://schemas.openxmlformats.org/drawingml/2006/main" xmlns:r="http://schemas.openxmlformats.org/officeDocument/2006/relationships" xmlns:p="http://schemas.openxmlformats.org/presentationml/2006/main">
  <p:tag name="SHAPENAME" val="5. Source"/>
</p:tagLst>
</file>

<file path=ppt/tags/tag1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7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7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7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7.xml><?xml version="1.0" encoding="utf-8"?>
<p:tagLst xmlns:a="http://schemas.openxmlformats.org/drawingml/2006/main" xmlns:r="http://schemas.openxmlformats.org/officeDocument/2006/relationships" xmlns:p="http://schemas.openxmlformats.org/presentationml/2006/main">
  <p:tag name="SHAPENAME" val="5. Source"/>
</p:tagLst>
</file>

<file path=ppt/tags/tag1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SHAPENAME" val="BottomLine"/>
</p:tagLst>
</file>

<file path=ppt/tags/tag183.xml><?xml version="1.0" encoding="utf-8"?>
<p:tagLst xmlns:a="http://schemas.openxmlformats.org/drawingml/2006/main" xmlns:r="http://schemas.openxmlformats.org/officeDocument/2006/relationships" xmlns:p="http://schemas.openxmlformats.org/presentationml/2006/main">
  <p:tag name="SHAPENAME" val="TopLine"/>
</p:tagLst>
</file>

<file path=ppt/tags/tag1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5.xml><?xml version="1.0" encoding="utf-8"?>
<p:tagLst xmlns:a="http://schemas.openxmlformats.org/drawingml/2006/main" xmlns:r="http://schemas.openxmlformats.org/officeDocument/2006/relationships" xmlns:p="http://schemas.openxmlformats.org/presentationml/2006/main">
  <p:tag name="SHAPENAME" val="5. Source"/>
</p:tagLst>
</file>

<file path=ppt/tags/tag1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9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9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9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9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00.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SHAPENAME" val="5. Source"/>
</p:tagLst>
</file>

<file path=ppt/tags/tag2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rReddys White Master">
  <a:themeElements>
    <a:clrScheme name="DrReddys White">
      <a:dk1>
        <a:sysClr val="windowText" lastClr="000000"/>
      </a:dk1>
      <a:lt1>
        <a:sysClr val="window" lastClr="FFFFFF"/>
      </a:lt1>
      <a:dk2>
        <a:srgbClr val="5F4BA0"/>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2.xml><?xml version="1.0" encoding="utf-8"?>
<a:theme xmlns:a="http://schemas.openxmlformats.org/drawingml/2006/main" name="DrReddys Blue Master">
  <a:themeElements>
    <a:clrScheme name="DrReddys Blue">
      <a:dk1>
        <a:sysClr val="windowText" lastClr="000000"/>
      </a:dk1>
      <a:lt1>
        <a:sysClr val="window" lastClr="FFFFFF"/>
      </a:lt1>
      <a:dk2>
        <a:srgbClr val="32C8F5"/>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3.xml><?xml version="1.0" encoding="utf-8"?>
<a:theme xmlns:a="http://schemas.openxmlformats.org/drawingml/2006/main" name="1_DrReddys White Master">
  <a:themeElements>
    <a:clrScheme name="DrReddys White">
      <a:dk1>
        <a:sysClr val="windowText" lastClr="000000"/>
      </a:dk1>
      <a:lt1>
        <a:sysClr val="window" lastClr="FFFFFF"/>
      </a:lt1>
      <a:dk2>
        <a:srgbClr val="5F4BA0"/>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4.xml><?xml version="1.0" encoding="utf-8"?>
<a:theme xmlns:a="http://schemas.openxmlformats.org/drawingml/2006/main" name="2_DrReddys White Master">
  <a:themeElements>
    <a:clrScheme name="DrReddys White">
      <a:dk1>
        <a:sysClr val="windowText" lastClr="000000"/>
      </a:dk1>
      <a:lt1>
        <a:sysClr val="window" lastClr="FFFFFF"/>
      </a:lt1>
      <a:dk2>
        <a:srgbClr val="5F4BA0"/>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5.xml><?xml version="1.0" encoding="utf-8"?>
<a:theme xmlns:a="http://schemas.openxmlformats.org/drawingml/2006/main" name="1_White">
  <a:themeElements>
    <a:clrScheme name="Custom 1">
      <a:dk1>
        <a:srgbClr val="000000"/>
      </a:dk1>
      <a:lt1>
        <a:srgbClr val="FFFFFF"/>
      </a:lt1>
      <a:dk2>
        <a:srgbClr val="FFFFFF"/>
      </a:dk2>
      <a:lt2>
        <a:srgbClr val="FFFFFF"/>
      </a:lt2>
      <a:accent1>
        <a:srgbClr val="421B63"/>
      </a:accent1>
      <a:accent2>
        <a:srgbClr val="5225B5"/>
      </a:accent2>
      <a:accent3>
        <a:srgbClr val="B581D6"/>
      </a:accent3>
      <a:accent4>
        <a:srgbClr val="0B7078"/>
      </a:accent4>
      <a:accent5>
        <a:srgbClr val="3C96B4"/>
      </a:accent5>
      <a:accent6>
        <a:srgbClr val="AFC3FF"/>
      </a:accent6>
      <a:hlink>
        <a:srgbClr val="1F40E6"/>
      </a:hlink>
      <a:folHlink>
        <a:srgbClr val="1A596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7C7194AE-F571-4017-83D7-7D2852408E46}" vid="{E9329C08-DE04-412E-83F3-B2950B90B12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cR_SlideID>be5c5448-7024-46f7-af32-cbf15a545f37</DcR_SlideID>
</file>

<file path=customXml/itemProps1.xml><?xml version="1.0" encoding="utf-8"?>
<ds:datastoreItem xmlns:ds="http://schemas.openxmlformats.org/officeDocument/2006/customXml" ds:itemID="{8174B45F-1ACD-4EC8-9E8A-3CA19F62B068}">
  <ds:schemaRefs/>
</ds:datastoreItem>
</file>

<file path=docProps/app.xml><?xml version="1.0" encoding="utf-8"?>
<Properties xmlns="http://schemas.openxmlformats.org/officeDocument/2006/extended-properties" xmlns:vt="http://schemas.openxmlformats.org/officeDocument/2006/docPropsVTypes">
  <TotalTime>756</TotalTime>
  <Words>47</Words>
  <Application>Microsoft Office PowerPoint</Application>
  <PresentationFormat>Widescreen</PresentationFormat>
  <Paragraphs>25</Paragraphs>
  <Slides>9</Slides>
  <Notes>1</Notes>
  <HiddenSlides>0</HiddenSlides>
  <MMClips>0</MMClips>
  <ScaleCrop>false</ScaleCrop>
  <HeadingPairs>
    <vt:vector size="8" baseType="variant">
      <vt:variant>
        <vt:lpstr>Fonts Used</vt:lpstr>
      </vt:variant>
      <vt:variant>
        <vt:i4>9</vt:i4>
      </vt:variant>
      <vt:variant>
        <vt:lpstr>Theme</vt:lpstr>
      </vt:variant>
      <vt:variant>
        <vt:i4>5</vt:i4>
      </vt:variant>
      <vt:variant>
        <vt:lpstr>Embedded OLE Servers</vt:lpstr>
      </vt:variant>
      <vt:variant>
        <vt:i4>1</vt:i4>
      </vt:variant>
      <vt:variant>
        <vt:lpstr>Slide Titles</vt:lpstr>
      </vt:variant>
      <vt:variant>
        <vt:i4>9</vt:i4>
      </vt:variant>
    </vt:vector>
  </HeadingPairs>
  <TitlesOfParts>
    <vt:vector size="24" baseType="lpstr">
      <vt:lpstr>ＭＳ Ｐゴシック</vt:lpstr>
      <vt:lpstr>ＭＳ Ｐゴシック</vt:lpstr>
      <vt:lpstr>Aptos</vt:lpstr>
      <vt:lpstr>Arial</vt:lpstr>
      <vt:lpstr>Arial Black</vt:lpstr>
      <vt:lpstr>Calibri</vt:lpstr>
      <vt:lpstr>Georgia</vt:lpstr>
      <vt:lpstr>Segoe UI</vt:lpstr>
      <vt:lpstr>Wingdings</vt:lpstr>
      <vt:lpstr>DrReddys White Master</vt:lpstr>
      <vt:lpstr>DrReddys Blue Master</vt:lpstr>
      <vt:lpstr>1_DrReddys White Master</vt:lpstr>
      <vt:lpstr>2_DrReddys White Master</vt:lpstr>
      <vt:lpstr>1_White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DRL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Analytics CoE PMO Update</dc:title>
  <dc:creator>Gautham Sreeram</dc:creator>
  <cp:lastModifiedBy>Abhay ReddySamanthu</cp:lastModifiedBy>
  <cp:revision>45</cp:revision>
  <dcterms:created xsi:type="dcterms:W3CDTF">2024-08-21T11:59:23Z</dcterms:created>
  <dcterms:modified xsi:type="dcterms:W3CDTF">2025-10-08T06:32:14Z</dcterms:modified>
</cp:coreProperties>
</file>